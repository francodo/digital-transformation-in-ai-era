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507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Fraud Detection Efficiency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Before AI</c:v>
                </c:pt>
                <c:pt idx="1">
                  <c:v>After AI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E4-46AF-B1A7-EF563DAC66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4.svg"/><Relationship Id="rId4" Type="http://schemas.openxmlformats.org/officeDocument/2006/relationships/image" Target="../media/image19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svg"/><Relationship Id="rId1" Type="http://schemas.openxmlformats.org/officeDocument/2006/relationships/image" Target="../media/image20.sv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4.svg"/><Relationship Id="rId4" Type="http://schemas.openxmlformats.org/officeDocument/2006/relationships/image" Target="../media/image19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3.svg"/><Relationship Id="rId1" Type="http://schemas.openxmlformats.org/officeDocument/2006/relationships/image" Target="../media/image20.sv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CD8CF7-689B-49DF-9765-CA63919954E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C49EDB-E2F0-4C09-8C90-0E26A90413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presentation highlights strategic considerations for adopting AI within enterprise healthcare operations.</a:t>
          </a:r>
        </a:p>
      </dgm:t>
    </dgm:pt>
    <dgm:pt modelId="{DDFDC38D-AB6D-46DD-9D79-32D9C0345240}" type="parTrans" cxnId="{1FA48DFD-7E3F-433A-A7FA-6672622D8A5B}">
      <dgm:prSet/>
      <dgm:spPr/>
      <dgm:t>
        <a:bodyPr/>
        <a:lstStyle/>
        <a:p>
          <a:endParaRPr lang="en-US"/>
        </a:p>
      </dgm:t>
    </dgm:pt>
    <dgm:pt modelId="{94E20A76-165E-40CF-A412-24E6E1348320}" type="sibTrans" cxnId="{1FA48DFD-7E3F-433A-A7FA-6672622D8A5B}">
      <dgm:prSet/>
      <dgm:spPr/>
      <dgm:t>
        <a:bodyPr/>
        <a:lstStyle/>
        <a:p>
          <a:endParaRPr lang="en-US"/>
        </a:p>
      </dgm:t>
    </dgm:pt>
    <dgm:pt modelId="{7CD6B8F7-D50C-4639-BF2F-410E66DA61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initiative focuses on transforming Medicare claims fraud detection using machine learning.</a:t>
          </a:r>
        </a:p>
      </dgm:t>
    </dgm:pt>
    <dgm:pt modelId="{F5A4E5E0-E0BC-4EF9-A1C3-33B585E615EE}" type="parTrans" cxnId="{4F8BA824-97FC-4DF8-BE0B-AD9BA37B952C}">
      <dgm:prSet/>
      <dgm:spPr/>
      <dgm:t>
        <a:bodyPr/>
        <a:lstStyle/>
        <a:p>
          <a:endParaRPr lang="en-US"/>
        </a:p>
      </dgm:t>
    </dgm:pt>
    <dgm:pt modelId="{46F8E938-DCD6-4F60-BF90-FCD78F7CB05E}" type="sibTrans" cxnId="{4F8BA824-97FC-4DF8-BE0B-AD9BA37B952C}">
      <dgm:prSet/>
      <dgm:spPr/>
      <dgm:t>
        <a:bodyPr/>
        <a:lstStyle/>
        <a:p>
          <a:endParaRPr lang="en-US"/>
        </a:p>
      </dgm:t>
    </dgm:pt>
    <dgm:pt modelId="{3680212B-837E-4662-AD37-933937A5AC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project combines business strategy, AI capabilities, operational efficiency, and digital transformation principles.</a:t>
          </a:r>
        </a:p>
      </dgm:t>
    </dgm:pt>
    <dgm:pt modelId="{39CC1C49-68D0-4AE0-895F-CB6FE14ED0EC}" type="parTrans" cxnId="{140592FF-49E9-47DF-8D63-12DB52331004}">
      <dgm:prSet/>
      <dgm:spPr/>
      <dgm:t>
        <a:bodyPr/>
        <a:lstStyle/>
        <a:p>
          <a:endParaRPr lang="en-US"/>
        </a:p>
      </dgm:t>
    </dgm:pt>
    <dgm:pt modelId="{77C3F43C-731B-42FD-9D4B-CE275F0E0998}" type="sibTrans" cxnId="{140592FF-49E9-47DF-8D63-12DB52331004}">
      <dgm:prSet/>
      <dgm:spPr/>
      <dgm:t>
        <a:bodyPr/>
        <a:lstStyle/>
        <a:p>
          <a:endParaRPr lang="en-US"/>
        </a:p>
      </dgm:t>
    </dgm:pt>
    <dgm:pt modelId="{98E468EF-BDF5-4974-8AFF-B21E78CA51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proposed solution aligns technology investment with measurable business outcomes.</a:t>
          </a:r>
        </a:p>
      </dgm:t>
    </dgm:pt>
    <dgm:pt modelId="{D5132067-B1C1-4D13-8671-53A5156A1172}" type="parTrans" cxnId="{AC48F29C-E894-4339-B436-4B876A49419D}">
      <dgm:prSet/>
      <dgm:spPr/>
      <dgm:t>
        <a:bodyPr/>
        <a:lstStyle/>
        <a:p>
          <a:endParaRPr lang="en-US"/>
        </a:p>
      </dgm:t>
    </dgm:pt>
    <dgm:pt modelId="{FC0A220A-A05A-4D54-AE10-7A733F8FB698}" type="sibTrans" cxnId="{AC48F29C-E894-4339-B436-4B876A49419D}">
      <dgm:prSet/>
      <dgm:spPr/>
      <dgm:t>
        <a:bodyPr/>
        <a:lstStyle/>
        <a:p>
          <a:endParaRPr lang="en-US"/>
        </a:p>
      </dgm:t>
    </dgm:pt>
    <dgm:pt modelId="{1C09F80F-2534-4E29-B6D7-11C7BA7369BA}" type="pres">
      <dgm:prSet presAssocID="{9FCD8CF7-689B-49DF-9765-CA63919954EA}" presName="root" presStyleCnt="0">
        <dgm:presLayoutVars>
          <dgm:dir/>
          <dgm:resizeHandles val="exact"/>
        </dgm:presLayoutVars>
      </dgm:prSet>
      <dgm:spPr/>
    </dgm:pt>
    <dgm:pt modelId="{883F947A-4E44-4D8B-8785-5BC4E5018D02}" type="pres">
      <dgm:prSet presAssocID="{A0C49EDB-E2F0-4C09-8C90-0E26A9041357}" presName="compNode" presStyleCnt="0"/>
      <dgm:spPr/>
    </dgm:pt>
    <dgm:pt modelId="{C311A0B2-9F58-4E68-97A7-67D6671CA96E}" type="pres">
      <dgm:prSet presAssocID="{A0C49EDB-E2F0-4C09-8C90-0E26A904135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F2C12A00-E822-45F7-B827-40042B6197AF}" type="pres">
      <dgm:prSet presAssocID="{A0C49EDB-E2F0-4C09-8C90-0E26A9041357}" presName="spaceRect" presStyleCnt="0"/>
      <dgm:spPr/>
    </dgm:pt>
    <dgm:pt modelId="{DC9AE8F0-93BA-4DF8-9E84-B4D688F3F17C}" type="pres">
      <dgm:prSet presAssocID="{A0C49EDB-E2F0-4C09-8C90-0E26A9041357}" presName="textRect" presStyleLbl="revTx" presStyleIdx="0" presStyleCnt="4">
        <dgm:presLayoutVars>
          <dgm:chMax val="1"/>
          <dgm:chPref val="1"/>
        </dgm:presLayoutVars>
      </dgm:prSet>
      <dgm:spPr/>
    </dgm:pt>
    <dgm:pt modelId="{BA284B7F-D80C-4684-A4DC-983EBE992625}" type="pres">
      <dgm:prSet presAssocID="{94E20A76-165E-40CF-A412-24E6E1348320}" presName="sibTrans" presStyleCnt="0"/>
      <dgm:spPr/>
    </dgm:pt>
    <dgm:pt modelId="{A7E703E2-AD84-42AF-B345-69FA57C986C9}" type="pres">
      <dgm:prSet presAssocID="{7CD6B8F7-D50C-4639-BF2F-410E66DA61D9}" presName="compNode" presStyleCnt="0"/>
      <dgm:spPr/>
    </dgm:pt>
    <dgm:pt modelId="{EE004E37-844F-45BE-B54B-C227C0D5A3C8}" type="pres">
      <dgm:prSet presAssocID="{7CD6B8F7-D50C-4639-BF2F-410E66DA61D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D75A68D0-F024-4DC0-9591-65EE2936D7AC}" type="pres">
      <dgm:prSet presAssocID="{7CD6B8F7-D50C-4639-BF2F-410E66DA61D9}" presName="spaceRect" presStyleCnt="0"/>
      <dgm:spPr/>
    </dgm:pt>
    <dgm:pt modelId="{35519513-816E-4E1C-B73B-51408718F9EA}" type="pres">
      <dgm:prSet presAssocID="{7CD6B8F7-D50C-4639-BF2F-410E66DA61D9}" presName="textRect" presStyleLbl="revTx" presStyleIdx="1" presStyleCnt="4">
        <dgm:presLayoutVars>
          <dgm:chMax val="1"/>
          <dgm:chPref val="1"/>
        </dgm:presLayoutVars>
      </dgm:prSet>
      <dgm:spPr/>
    </dgm:pt>
    <dgm:pt modelId="{8363B5D9-5154-41BB-901B-7528F8ABB2C2}" type="pres">
      <dgm:prSet presAssocID="{46F8E938-DCD6-4F60-BF90-FCD78F7CB05E}" presName="sibTrans" presStyleCnt="0"/>
      <dgm:spPr/>
    </dgm:pt>
    <dgm:pt modelId="{3C596146-4E55-4E71-BCBA-14FC1CD31783}" type="pres">
      <dgm:prSet presAssocID="{3680212B-837E-4662-AD37-933937A5AC92}" presName="compNode" presStyleCnt="0"/>
      <dgm:spPr/>
    </dgm:pt>
    <dgm:pt modelId="{EB76F484-130F-4DA4-BF88-617CFAC60FD4}" type="pres">
      <dgm:prSet presAssocID="{3680212B-837E-4662-AD37-933937A5AC9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443671D-64E9-4CC3-8A79-0463B4525E1E}" type="pres">
      <dgm:prSet presAssocID="{3680212B-837E-4662-AD37-933937A5AC92}" presName="spaceRect" presStyleCnt="0"/>
      <dgm:spPr/>
    </dgm:pt>
    <dgm:pt modelId="{04611D54-698A-435D-AC09-E0B875AB7CE3}" type="pres">
      <dgm:prSet presAssocID="{3680212B-837E-4662-AD37-933937A5AC92}" presName="textRect" presStyleLbl="revTx" presStyleIdx="2" presStyleCnt="4">
        <dgm:presLayoutVars>
          <dgm:chMax val="1"/>
          <dgm:chPref val="1"/>
        </dgm:presLayoutVars>
      </dgm:prSet>
      <dgm:spPr/>
    </dgm:pt>
    <dgm:pt modelId="{19E51581-8384-49A6-8D76-84424243A23F}" type="pres">
      <dgm:prSet presAssocID="{77C3F43C-731B-42FD-9D4B-CE275F0E0998}" presName="sibTrans" presStyleCnt="0"/>
      <dgm:spPr/>
    </dgm:pt>
    <dgm:pt modelId="{45498C87-44B8-445C-8059-09A8A12D1E19}" type="pres">
      <dgm:prSet presAssocID="{98E468EF-BDF5-4974-8AFF-B21E78CA511A}" presName="compNode" presStyleCnt="0"/>
      <dgm:spPr/>
    </dgm:pt>
    <dgm:pt modelId="{C1647167-4C26-459B-819F-0B481FCF541A}" type="pres">
      <dgm:prSet presAssocID="{98E468EF-BDF5-4974-8AFF-B21E78CA511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EB19A3D-91EF-4579-AA86-1D73AE280870}" type="pres">
      <dgm:prSet presAssocID="{98E468EF-BDF5-4974-8AFF-B21E78CA511A}" presName="spaceRect" presStyleCnt="0"/>
      <dgm:spPr/>
    </dgm:pt>
    <dgm:pt modelId="{3EB955F3-91C5-4316-8A65-6678F27F2621}" type="pres">
      <dgm:prSet presAssocID="{98E468EF-BDF5-4974-8AFF-B21E78CA511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396E61D-EA08-4B74-963F-929E1A94D1F4}" type="presOf" srcId="{7CD6B8F7-D50C-4639-BF2F-410E66DA61D9}" destId="{35519513-816E-4E1C-B73B-51408718F9EA}" srcOrd="0" destOrd="0" presId="urn:microsoft.com/office/officeart/2018/2/layout/IconLabelList"/>
    <dgm:cxn modelId="{DA9C8B24-BB28-433B-8325-F905226BB6B4}" type="presOf" srcId="{98E468EF-BDF5-4974-8AFF-B21E78CA511A}" destId="{3EB955F3-91C5-4316-8A65-6678F27F2621}" srcOrd="0" destOrd="0" presId="urn:microsoft.com/office/officeart/2018/2/layout/IconLabelList"/>
    <dgm:cxn modelId="{4F8BA824-97FC-4DF8-BE0B-AD9BA37B952C}" srcId="{9FCD8CF7-689B-49DF-9765-CA63919954EA}" destId="{7CD6B8F7-D50C-4639-BF2F-410E66DA61D9}" srcOrd="1" destOrd="0" parTransId="{F5A4E5E0-E0BC-4EF9-A1C3-33B585E615EE}" sibTransId="{46F8E938-DCD6-4F60-BF90-FCD78F7CB05E}"/>
    <dgm:cxn modelId="{C721E52B-AC60-40BB-8F2E-9E54AEA51CF3}" type="presOf" srcId="{9FCD8CF7-689B-49DF-9765-CA63919954EA}" destId="{1C09F80F-2534-4E29-B6D7-11C7BA7369BA}" srcOrd="0" destOrd="0" presId="urn:microsoft.com/office/officeart/2018/2/layout/IconLabelList"/>
    <dgm:cxn modelId="{AC48F29C-E894-4339-B436-4B876A49419D}" srcId="{9FCD8CF7-689B-49DF-9765-CA63919954EA}" destId="{98E468EF-BDF5-4974-8AFF-B21E78CA511A}" srcOrd="3" destOrd="0" parTransId="{D5132067-B1C1-4D13-8671-53A5156A1172}" sibTransId="{FC0A220A-A05A-4D54-AE10-7A733F8FB698}"/>
    <dgm:cxn modelId="{3D0FCCBB-3469-4DA2-BE3B-042DB68D558C}" type="presOf" srcId="{A0C49EDB-E2F0-4C09-8C90-0E26A9041357}" destId="{DC9AE8F0-93BA-4DF8-9E84-B4D688F3F17C}" srcOrd="0" destOrd="0" presId="urn:microsoft.com/office/officeart/2018/2/layout/IconLabelList"/>
    <dgm:cxn modelId="{86D83BE4-13F9-4D6A-8823-240E8BBFC31D}" type="presOf" srcId="{3680212B-837E-4662-AD37-933937A5AC92}" destId="{04611D54-698A-435D-AC09-E0B875AB7CE3}" srcOrd="0" destOrd="0" presId="urn:microsoft.com/office/officeart/2018/2/layout/IconLabelList"/>
    <dgm:cxn modelId="{1FA48DFD-7E3F-433A-A7FA-6672622D8A5B}" srcId="{9FCD8CF7-689B-49DF-9765-CA63919954EA}" destId="{A0C49EDB-E2F0-4C09-8C90-0E26A9041357}" srcOrd="0" destOrd="0" parTransId="{DDFDC38D-AB6D-46DD-9D79-32D9C0345240}" sibTransId="{94E20A76-165E-40CF-A412-24E6E1348320}"/>
    <dgm:cxn modelId="{140592FF-49E9-47DF-8D63-12DB52331004}" srcId="{9FCD8CF7-689B-49DF-9765-CA63919954EA}" destId="{3680212B-837E-4662-AD37-933937A5AC92}" srcOrd="2" destOrd="0" parTransId="{39CC1C49-68D0-4AE0-895F-CB6FE14ED0EC}" sibTransId="{77C3F43C-731B-42FD-9D4B-CE275F0E0998}"/>
    <dgm:cxn modelId="{5187BFCA-3B99-4D71-B9B9-C16878FE50AA}" type="presParOf" srcId="{1C09F80F-2534-4E29-B6D7-11C7BA7369BA}" destId="{883F947A-4E44-4D8B-8785-5BC4E5018D02}" srcOrd="0" destOrd="0" presId="urn:microsoft.com/office/officeart/2018/2/layout/IconLabelList"/>
    <dgm:cxn modelId="{6761E4CD-D8C2-4E90-8FBD-05BDE24E327B}" type="presParOf" srcId="{883F947A-4E44-4D8B-8785-5BC4E5018D02}" destId="{C311A0B2-9F58-4E68-97A7-67D6671CA96E}" srcOrd="0" destOrd="0" presId="urn:microsoft.com/office/officeart/2018/2/layout/IconLabelList"/>
    <dgm:cxn modelId="{33AD276E-028F-46A7-BBB7-2886A9F181F3}" type="presParOf" srcId="{883F947A-4E44-4D8B-8785-5BC4E5018D02}" destId="{F2C12A00-E822-45F7-B827-40042B6197AF}" srcOrd="1" destOrd="0" presId="urn:microsoft.com/office/officeart/2018/2/layout/IconLabelList"/>
    <dgm:cxn modelId="{5C6B3137-56E3-4182-81D1-8C11EAEFCEB8}" type="presParOf" srcId="{883F947A-4E44-4D8B-8785-5BC4E5018D02}" destId="{DC9AE8F0-93BA-4DF8-9E84-B4D688F3F17C}" srcOrd="2" destOrd="0" presId="urn:microsoft.com/office/officeart/2018/2/layout/IconLabelList"/>
    <dgm:cxn modelId="{B6374B19-F7C3-4F61-9992-641CE3333702}" type="presParOf" srcId="{1C09F80F-2534-4E29-B6D7-11C7BA7369BA}" destId="{BA284B7F-D80C-4684-A4DC-983EBE992625}" srcOrd="1" destOrd="0" presId="urn:microsoft.com/office/officeart/2018/2/layout/IconLabelList"/>
    <dgm:cxn modelId="{8186B199-7E0B-4396-88C7-F417EDDE1B76}" type="presParOf" srcId="{1C09F80F-2534-4E29-B6D7-11C7BA7369BA}" destId="{A7E703E2-AD84-42AF-B345-69FA57C986C9}" srcOrd="2" destOrd="0" presId="urn:microsoft.com/office/officeart/2018/2/layout/IconLabelList"/>
    <dgm:cxn modelId="{CDB3EC78-4A6C-4D03-830B-2D9A0F04FE69}" type="presParOf" srcId="{A7E703E2-AD84-42AF-B345-69FA57C986C9}" destId="{EE004E37-844F-45BE-B54B-C227C0D5A3C8}" srcOrd="0" destOrd="0" presId="urn:microsoft.com/office/officeart/2018/2/layout/IconLabelList"/>
    <dgm:cxn modelId="{F9E4316C-7A82-431C-8D9D-30EFC90CCE93}" type="presParOf" srcId="{A7E703E2-AD84-42AF-B345-69FA57C986C9}" destId="{D75A68D0-F024-4DC0-9591-65EE2936D7AC}" srcOrd="1" destOrd="0" presId="urn:microsoft.com/office/officeart/2018/2/layout/IconLabelList"/>
    <dgm:cxn modelId="{EB940B89-ABA0-4337-B032-5C0CB682211F}" type="presParOf" srcId="{A7E703E2-AD84-42AF-B345-69FA57C986C9}" destId="{35519513-816E-4E1C-B73B-51408718F9EA}" srcOrd="2" destOrd="0" presId="urn:microsoft.com/office/officeart/2018/2/layout/IconLabelList"/>
    <dgm:cxn modelId="{44C15B1B-7F78-4F3B-A6F3-6D15CF719DEB}" type="presParOf" srcId="{1C09F80F-2534-4E29-B6D7-11C7BA7369BA}" destId="{8363B5D9-5154-41BB-901B-7528F8ABB2C2}" srcOrd="3" destOrd="0" presId="urn:microsoft.com/office/officeart/2018/2/layout/IconLabelList"/>
    <dgm:cxn modelId="{FD9D4D7C-0252-4D12-BC14-B03DFF3E8723}" type="presParOf" srcId="{1C09F80F-2534-4E29-B6D7-11C7BA7369BA}" destId="{3C596146-4E55-4E71-BCBA-14FC1CD31783}" srcOrd="4" destOrd="0" presId="urn:microsoft.com/office/officeart/2018/2/layout/IconLabelList"/>
    <dgm:cxn modelId="{593B5714-0154-4F47-9E49-694A9C416679}" type="presParOf" srcId="{3C596146-4E55-4E71-BCBA-14FC1CD31783}" destId="{EB76F484-130F-4DA4-BF88-617CFAC60FD4}" srcOrd="0" destOrd="0" presId="urn:microsoft.com/office/officeart/2018/2/layout/IconLabelList"/>
    <dgm:cxn modelId="{3695494C-F6AE-4A1A-B629-F0912B34012C}" type="presParOf" srcId="{3C596146-4E55-4E71-BCBA-14FC1CD31783}" destId="{2443671D-64E9-4CC3-8A79-0463B4525E1E}" srcOrd="1" destOrd="0" presId="urn:microsoft.com/office/officeart/2018/2/layout/IconLabelList"/>
    <dgm:cxn modelId="{99F34D9A-7A19-4BD9-9651-219EDD879973}" type="presParOf" srcId="{3C596146-4E55-4E71-BCBA-14FC1CD31783}" destId="{04611D54-698A-435D-AC09-E0B875AB7CE3}" srcOrd="2" destOrd="0" presId="urn:microsoft.com/office/officeart/2018/2/layout/IconLabelList"/>
    <dgm:cxn modelId="{57BAFB1C-258C-44F7-8569-545336B9EE54}" type="presParOf" srcId="{1C09F80F-2534-4E29-B6D7-11C7BA7369BA}" destId="{19E51581-8384-49A6-8D76-84424243A23F}" srcOrd="5" destOrd="0" presId="urn:microsoft.com/office/officeart/2018/2/layout/IconLabelList"/>
    <dgm:cxn modelId="{004F0AA6-C05A-4BB9-8931-954A621C8C54}" type="presParOf" srcId="{1C09F80F-2534-4E29-B6D7-11C7BA7369BA}" destId="{45498C87-44B8-445C-8059-09A8A12D1E19}" srcOrd="6" destOrd="0" presId="urn:microsoft.com/office/officeart/2018/2/layout/IconLabelList"/>
    <dgm:cxn modelId="{92600D0D-26FE-4585-9B81-EF18613AB786}" type="presParOf" srcId="{45498C87-44B8-445C-8059-09A8A12D1E19}" destId="{C1647167-4C26-459B-819F-0B481FCF541A}" srcOrd="0" destOrd="0" presId="urn:microsoft.com/office/officeart/2018/2/layout/IconLabelList"/>
    <dgm:cxn modelId="{35C6F973-000E-4E51-9B05-DF885E4FB8AA}" type="presParOf" srcId="{45498C87-44B8-445C-8059-09A8A12D1E19}" destId="{5EB19A3D-91EF-4579-AA86-1D73AE280870}" srcOrd="1" destOrd="0" presId="urn:microsoft.com/office/officeart/2018/2/layout/IconLabelList"/>
    <dgm:cxn modelId="{188C9F44-A6CC-4E82-9C31-985BB990D3BE}" type="presParOf" srcId="{45498C87-44B8-445C-8059-09A8A12D1E19}" destId="{3EB955F3-91C5-4316-8A65-6678F27F262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0EFE67-47FA-423D-994E-9D046B48E8B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556DEB1-1A17-4155-ADF0-EFA858BA7E39}">
      <dgm:prSet/>
      <dgm:spPr/>
      <dgm:t>
        <a:bodyPr/>
        <a:lstStyle/>
        <a:p>
          <a:r>
            <a:rPr lang="en-US" b="1"/>
            <a:t>Pain Points</a:t>
          </a:r>
          <a:endParaRPr lang="en-US"/>
        </a:p>
      </dgm:t>
    </dgm:pt>
    <dgm:pt modelId="{BD73A763-7253-4E99-83F9-670790279960}" type="parTrans" cxnId="{9C0A4255-A365-40E2-8CFB-EA7C1263DEEB}">
      <dgm:prSet/>
      <dgm:spPr/>
      <dgm:t>
        <a:bodyPr/>
        <a:lstStyle/>
        <a:p>
          <a:endParaRPr lang="en-US"/>
        </a:p>
      </dgm:t>
    </dgm:pt>
    <dgm:pt modelId="{700E7675-B4D0-4FA1-A1CF-5C088C7F7E95}" type="sibTrans" cxnId="{9C0A4255-A365-40E2-8CFB-EA7C1263DEEB}">
      <dgm:prSet/>
      <dgm:spPr/>
      <dgm:t>
        <a:bodyPr/>
        <a:lstStyle/>
        <a:p>
          <a:endParaRPr lang="en-US"/>
        </a:p>
      </dgm:t>
    </dgm:pt>
    <dgm:pt modelId="{240444E7-E2CB-455C-850F-337203F5FFF3}">
      <dgm:prSet/>
      <dgm:spPr/>
      <dgm:t>
        <a:bodyPr/>
        <a:lstStyle/>
        <a:p>
          <a:r>
            <a:rPr lang="en-US"/>
            <a:t>Fraudulent Medicare claims continue to generate significant financial losses across the healthcare industry.</a:t>
          </a:r>
        </a:p>
      </dgm:t>
    </dgm:pt>
    <dgm:pt modelId="{3742A314-B03F-43FC-8CA6-8B3A4533CC9E}" type="parTrans" cxnId="{3F488807-1B02-4360-A90A-792CCF75018D}">
      <dgm:prSet/>
      <dgm:spPr/>
      <dgm:t>
        <a:bodyPr/>
        <a:lstStyle/>
        <a:p>
          <a:endParaRPr lang="en-US"/>
        </a:p>
      </dgm:t>
    </dgm:pt>
    <dgm:pt modelId="{320B42BF-F4DC-4614-BC8A-954D55AF6A26}" type="sibTrans" cxnId="{3F488807-1B02-4360-A90A-792CCF75018D}">
      <dgm:prSet/>
      <dgm:spPr/>
      <dgm:t>
        <a:bodyPr/>
        <a:lstStyle/>
        <a:p>
          <a:endParaRPr lang="en-US"/>
        </a:p>
      </dgm:t>
    </dgm:pt>
    <dgm:pt modelId="{0294AD42-02A3-45BA-8C44-D382CF5FD82F}">
      <dgm:prSet/>
      <dgm:spPr/>
      <dgm:t>
        <a:bodyPr/>
        <a:lstStyle/>
        <a:p>
          <a:r>
            <a:rPr lang="en-US"/>
            <a:t>The GAO estimated Medicare fraud losses at approximately $47 billion in 2022.</a:t>
          </a:r>
        </a:p>
      </dgm:t>
    </dgm:pt>
    <dgm:pt modelId="{E10B58AF-1FF8-4D42-92AA-A063BA8A5752}" type="parTrans" cxnId="{F93C4B6E-8109-447E-8CF2-2D3D2F0AC62F}">
      <dgm:prSet/>
      <dgm:spPr/>
      <dgm:t>
        <a:bodyPr/>
        <a:lstStyle/>
        <a:p>
          <a:endParaRPr lang="en-US"/>
        </a:p>
      </dgm:t>
    </dgm:pt>
    <dgm:pt modelId="{79A196A8-6D52-49BB-BB9D-397DD0A6339C}" type="sibTrans" cxnId="{F93C4B6E-8109-447E-8CF2-2D3D2F0AC62F}">
      <dgm:prSet/>
      <dgm:spPr/>
      <dgm:t>
        <a:bodyPr/>
        <a:lstStyle/>
        <a:p>
          <a:endParaRPr lang="en-US"/>
        </a:p>
      </dgm:t>
    </dgm:pt>
    <dgm:pt modelId="{9A76D0D2-7981-4594-B7D9-C60AFFC120A4}">
      <dgm:prSet/>
      <dgm:spPr/>
      <dgm:t>
        <a:bodyPr/>
        <a:lstStyle/>
        <a:p>
          <a:r>
            <a:rPr lang="en-US"/>
            <a:t>Traditional rule-based systems struggle to detect evolving fraud patterns.</a:t>
          </a:r>
        </a:p>
      </dgm:t>
    </dgm:pt>
    <dgm:pt modelId="{A23ED0E4-3DE3-40BA-BE59-8D684408F510}" type="parTrans" cxnId="{AC763465-EA95-4EED-A0C5-5ABF9FCE7B1C}">
      <dgm:prSet/>
      <dgm:spPr/>
      <dgm:t>
        <a:bodyPr/>
        <a:lstStyle/>
        <a:p>
          <a:endParaRPr lang="en-US"/>
        </a:p>
      </dgm:t>
    </dgm:pt>
    <dgm:pt modelId="{BF39A8FB-1089-4DF9-9EA9-E717B63FFB04}" type="sibTrans" cxnId="{AC763465-EA95-4EED-A0C5-5ABF9FCE7B1C}">
      <dgm:prSet/>
      <dgm:spPr/>
      <dgm:t>
        <a:bodyPr/>
        <a:lstStyle/>
        <a:p>
          <a:endParaRPr lang="en-US"/>
        </a:p>
      </dgm:t>
    </dgm:pt>
    <dgm:pt modelId="{D7647AE2-FE9C-4E1F-AF44-E663DAC4DCB2}">
      <dgm:prSet/>
      <dgm:spPr/>
      <dgm:t>
        <a:bodyPr/>
        <a:lstStyle/>
        <a:p>
          <a:r>
            <a:rPr lang="en-US"/>
            <a:t>Manual review processes increase operational costs and reduce efficiency.</a:t>
          </a:r>
        </a:p>
      </dgm:t>
    </dgm:pt>
    <dgm:pt modelId="{3F029C7F-53BB-4BA3-B46D-BB2A30EA88CC}" type="parTrans" cxnId="{EB575D12-C572-4EA4-B3D7-061D7B9F45D1}">
      <dgm:prSet/>
      <dgm:spPr/>
      <dgm:t>
        <a:bodyPr/>
        <a:lstStyle/>
        <a:p>
          <a:endParaRPr lang="en-US"/>
        </a:p>
      </dgm:t>
    </dgm:pt>
    <dgm:pt modelId="{6BB2BF3D-A664-45DF-BFB2-BD56BBF30C8B}" type="sibTrans" cxnId="{EB575D12-C572-4EA4-B3D7-061D7B9F45D1}">
      <dgm:prSet/>
      <dgm:spPr/>
      <dgm:t>
        <a:bodyPr/>
        <a:lstStyle/>
        <a:p>
          <a:endParaRPr lang="en-US"/>
        </a:p>
      </dgm:t>
    </dgm:pt>
    <dgm:pt modelId="{501FC3F7-4ACD-4CC7-B3AE-EB4FE4F54405}" type="pres">
      <dgm:prSet presAssocID="{0B0EFE67-47FA-423D-994E-9D046B48E8B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C17EC97-8DEF-4C8D-8F67-9F0C87D62BF8}" type="pres">
      <dgm:prSet presAssocID="{0556DEB1-1A17-4155-ADF0-EFA858BA7E39}" presName="hierRoot1" presStyleCnt="0"/>
      <dgm:spPr/>
    </dgm:pt>
    <dgm:pt modelId="{D3D4125A-5FDB-437A-9250-7189F7EA0F33}" type="pres">
      <dgm:prSet presAssocID="{0556DEB1-1A17-4155-ADF0-EFA858BA7E39}" presName="composite" presStyleCnt="0"/>
      <dgm:spPr/>
    </dgm:pt>
    <dgm:pt modelId="{B89837A6-4794-417D-86DA-FF44D76042DA}" type="pres">
      <dgm:prSet presAssocID="{0556DEB1-1A17-4155-ADF0-EFA858BA7E39}" presName="background" presStyleLbl="node0" presStyleIdx="0" presStyleCnt="1"/>
      <dgm:spPr/>
    </dgm:pt>
    <dgm:pt modelId="{8C420C31-C480-46B7-A587-DB15A9FFF6D0}" type="pres">
      <dgm:prSet presAssocID="{0556DEB1-1A17-4155-ADF0-EFA858BA7E39}" presName="text" presStyleLbl="fgAcc0" presStyleIdx="0" presStyleCnt="1">
        <dgm:presLayoutVars>
          <dgm:chPref val="3"/>
        </dgm:presLayoutVars>
      </dgm:prSet>
      <dgm:spPr/>
    </dgm:pt>
    <dgm:pt modelId="{A250EA4C-1EFD-4F69-88C6-E33A2CAFB9E3}" type="pres">
      <dgm:prSet presAssocID="{0556DEB1-1A17-4155-ADF0-EFA858BA7E39}" presName="hierChild2" presStyleCnt="0"/>
      <dgm:spPr/>
    </dgm:pt>
    <dgm:pt modelId="{7E4956CB-2012-4DF0-86F1-DD0B4EC4DE5D}" type="pres">
      <dgm:prSet presAssocID="{3742A314-B03F-43FC-8CA6-8B3A4533CC9E}" presName="Name10" presStyleLbl="parChTrans1D2" presStyleIdx="0" presStyleCnt="4"/>
      <dgm:spPr/>
    </dgm:pt>
    <dgm:pt modelId="{F6E7DED2-8724-432C-B410-E1642F5E8545}" type="pres">
      <dgm:prSet presAssocID="{240444E7-E2CB-455C-850F-337203F5FFF3}" presName="hierRoot2" presStyleCnt="0"/>
      <dgm:spPr/>
    </dgm:pt>
    <dgm:pt modelId="{ADF865B2-CBF8-485B-8153-58F0C05A3DF0}" type="pres">
      <dgm:prSet presAssocID="{240444E7-E2CB-455C-850F-337203F5FFF3}" presName="composite2" presStyleCnt="0"/>
      <dgm:spPr/>
    </dgm:pt>
    <dgm:pt modelId="{24FF0FB2-01F5-4075-BB62-32FE5C9468FA}" type="pres">
      <dgm:prSet presAssocID="{240444E7-E2CB-455C-850F-337203F5FFF3}" presName="background2" presStyleLbl="node2" presStyleIdx="0" presStyleCnt="4"/>
      <dgm:spPr/>
    </dgm:pt>
    <dgm:pt modelId="{4AE1F262-7C8D-4614-B183-1ED8B4995563}" type="pres">
      <dgm:prSet presAssocID="{240444E7-E2CB-455C-850F-337203F5FFF3}" presName="text2" presStyleLbl="fgAcc2" presStyleIdx="0" presStyleCnt="4">
        <dgm:presLayoutVars>
          <dgm:chPref val="3"/>
        </dgm:presLayoutVars>
      </dgm:prSet>
      <dgm:spPr/>
    </dgm:pt>
    <dgm:pt modelId="{4D6F83C0-3FB7-4A46-80A0-989C8372E2DA}" type="pres">
      <dgm:prSet presAssocID="{240444E7-E2CB-455C-850F-337203F5FFF3}" presName="hierChild3" presStyleCnt="0"/>
      <dgm:spPr/>
    </dgm:pt>
    <dgm:pt modelId="{7C2E50EB-2BAF-422D-B8BF-0CCD1EAFF471}" type="pres">
      <dgm:prSet presAssocID="{E10B58AF-1FF8-4D42-92AA-A063BA8A5752}" presName="Name10" presStyleLbl="parChTrans1D2" presStyleIdx="1" presStyleCnt="4"/>
      <dgm:spPr/>
    </dgm:pt>
    <dgm:pt modelId="{3495293B-0148-4255-985E-38B028203762}" type="pres">
      <dgm:prSet presAssocID="{0294AD42-02A3-45BA-8C44-D382CF5FD82F}" presName="hierRoot2" presStyleCnt="0"/>
      <dgm:spPr/>
    </dgm:pt>
    <dgm:pt modelId="{BF629E6F-DF14-460D-A0D8-52D8AD6D5A35}" type="pres">
      <dgm:prSet presAssocID="{0294AD42-02A3-45BA-8C44-D382CF5FD82F}" presName="composite2" presStyleCnt="0"/>
      <dgm:spPr/>
    </dgm:pt>
    <dgm:pt modelId="{CF1C1830-CF0F-42DD-B9ED-F6CD0D3AB02B}" type="pres">
      <dgm:prSet presAssocID="{0294AD42-02A3-45BA-8C44-D382CF5FD82F}" presName="background2" presStyleLbl="node2" presStyleIdx="1" presStyleCnt="4"/>
      <dgm:spPr/>
    </dgm:pt>
    <dgm:pt modelId="{3CD8CC15-1C2F-457D-B0E6-62A8E635BB55}" type="pres">
      <dgm:prSet presAssocID="{0294AD42-02A3-45BA-8C44-D382CF5FD82F}" presName="text2" presStyleLbl="fgAcc2" presStyleIdx="1" presStyleCnt="4">
        <dgm:presLayoutVars>
          <dgm:chPref val="3"/>
        </dgm:presLayoutVars>
      </dgm:prSet>
      <dgm:spPr/>
    </dgm:pt>
    <dgm:pt modelId="{5F085F1B-5758-404F-9EFC-810469D2220A}" type="pres">
      <dgm:prSet presAssocID="{0294AD42-02A3-45BA-8C44-D382CF5FD82F}" presName="hierChild3" presStyleCnt="0"/>
      <dgm:spPr/>
    </dgm:pt>
    <dgm:pt modelId="{36F8B13C-F8FE-4495-AA3A-BEFC7307FD14}" type="pres">
      <dgm:prSet presAssocID="{A23ED0E4-3DE3-40BA-BE59-8D684408F510}" presName="Name10" presStyleLbl="parChTrans1D2" presStyleIdx="2" presStyleCnt="4"/>
      <dgm:spPr/>
    </dgm:pt>
    <dgm:pt modelId="{12EBCE74-1D33-4736-8982-80EBFDF7EB80}" type="pres">
      <dgm:prSet presAssocID="{9A76D0D2-7981-4594-B7D9-C60AFFC120A4}" presName="hierRoot2" presStyleCnt="0"/>
      <dgm:spPr/>
    </dgm:pt>
    <dgm:pt modelId="{8DD40C53-9196-4F75-843D-92C5A854F0BE}" type="pres">
      <dgm:prSet presAssocID="{9A76D0D2-7981-4594-B7D9-C60AFFC120A4}" presName="composite2" presStyleCnt="0"/>
      <dgm:spPr/>
    </dgm:pt>
    <dgm:pt modelId="{6C84991B-9A45-4543-A6F1-E2CDA22D9131}" type="pres">
      <dgm:prSet presAssocID="{9A76D0D2-7981-4594-B7D9-C60AFFC120A4}" presName="background2" presStyleLbl="node2" presStyleIdx="2" presStyleCnt="4"/>
      <dgm:spPr/>
    </dgm:pt>
    <dgm:pt modelId="{3719B007-7F59-4A92-9A8C-1752453CCF2F}" type="pres">
      <dgm:prSet presAssocID="{9A76D0D2-7981-4594-B7D9-C60AFFC120A4}" presName="text2" presStyleLbl="fgAcc2" presStyleIdx="2" presStyleCnt="4">
        <dgm:presLayoutVars>
          <dgm:chPref val="3"/>
        </dgm:presLayoutVars>
      </dgm:prSet>
      <dgm:spPr/>
    </dgm:pt>
    <dgm:pt modelId="{BEA669D7-981A-4F33-91FA-F0E258C03D4E}" type="pres">
      <dgm:prSet presAssocID="{9A76D0D2-7981-4594-B7D9-C60AFFC120A4}" presName="hierChild3" presStyleCnt="0"/>
      <dgm:spPr/>
    </dgm:pt>
    <dgm:pt modelId="{485DA459-DA5B-466B-8F18-1BB52791D729}" type="pres">
      <dgm:prSet presAssocID="{3F029C7F-53BB-4BA3-B46D-BB2A30EA88CC}" presName="Name10" presStyleLbl="parChTrans1D2" presStyleIdx="3" presStyleCnt="4"/>
      <dgm:spPr/>
    </dgm:pt>
    <dgm:pt modelId="{00A2A0FB-8804-413B-BDEB-EF9006E59DF7}" type="pres">
      <dgm:prSet presAssocID="{D7647AE2-FE9C-4E1F-AF44-E663DAC4DCB2}" presName="hierRoot2" presStyleCnt="0"/>
      <dgm:spPr/>
    </dgm:pt>
    <dgm:pt modelId="{2B956A4A-6605-4303-9301-C1580B33D855}" type="pres">
      <dgm:prSet presAssocID="{D7647AE2-FE9C-4E1F-AF44-E663DAC4DCB2}" presName="composite2" presStyleCnt="0"/>
      <dgm:spPr/>
    </dgm:pt>
    <dgm:pt modelId="{79A36477-F173-4C8C-889C-40A11207C27A}" type="pres">
      <dgm:prSet presAssocID="{D7647AE2-FE9C-4E1F-AF44-E663DAC4DCB2}" presName="background2" presStyleLbl="node2" presStyleIdx="3" presStyleCnt="4"/>
      <dgm:spPr/>
    </dgm:pt>
    <dgm:pt modelId="{DB3DC209-E963-44DD-97D0-D4EC3A4B6B88}" type="pres">
      <dgm:prSet presAssocID="{D7647AE2-FE9C-4E1F-AF44-E663DAC4DCB2}" presName="text2" presStyleLbl="fgAcc2" presStyleIdx="3" presStyleCnt="4">
        <dgm:presLayoutVars>
          <dgm:chPref val="3"/>
        </dgm:presLayoutVars>
      </dgm:prSet>
      <dgm:spPr/>
    </dgm:pt>
    <dgm:pt modelId="{033F28C8-D7BD-4A9C-B731-0B59B8A3BF35}" type="pres">
      <dgm:prSet presAssocID="{D7647AE2-FE9C-4E1F-AF44-E663DAC4DCB2}" presName="hierChild3" presStyleCnt="0"/>
      <dgm:spPr/>
    </dgm:pt>
  </dgm:ptLst>
  <dgm:cxnLst>
    <dgm:cxn modelId="{65BA6A06-5B97-4E3E-8F32-EB25DD9EC1E9}" type="presOf" srcId="{9A76D0D2-7981-4594-B7D9-C60AFFC120A4}" destId="{3719B007-7F59-4A92-9A8C-1752453CCF2F}" srcOrd="0" destOrd="0" presId="urn:microsoft.com/office/officeart/2005/8/layout/hierarchy1"/>
    <dgm:cxn modelId="{3F488807-1B02-4360-A90A-792CCF75018D}" srcId="{0556DEB1-1A17-4155-ADF0-EFA858BA7E39}" destId="{240444E7-E2CB-455C-850F-337203F5FFF3}" srcOrd="0" destOrd="0" parTransId="{3742A314-B03F-43FC-8CA6-8B3A4533CC9E}" sibTransId="{320B42BF-F4DC-4614-BC8A-954D55AF6A26}"/>
    <dgm:cxn modelId="{EB575D12-C572-4EA4-B3D7-061D7B9F45D1}" srcId="{0556DEB1-1A17-4155-ADF0-EFA858BA7E39}" destId="{D7647AE2-FE9C-4E1F-AF44-E663DAC4DCB2}" srcOrd="3" destOrd="0" parTransId="{3F029C7F-53BB-4BA3-B46D-BB2A30EA88CC}" sibTransId="{6BB2BF3D-A664-45DF-BFB2-BD56BBF30C8B}"/>
    <dgm:cxn modelId="{4E32021A-5E78-4973-B27F-82EF079A2872}" type="presOf" srcId="{0556DEB1-1A17-4155-ADF0-EFA858BA7E39}" destId="{8C420C31-C480-46B7-A587-DB15A9FFF6D0}" srcOrd="0" destOrd="0" presId="urn:microsoft.com/office/officeart/2005/8/layout/hierarchy1"/>
    <dgm:cxn modelId="{243A2720-F33E-4120-A71D-F24F11212AC1}" type="presOf" srcId="{A23ED0E4-3DE3-40BA-BE59-8D684408F510}" destId="{36F8B13C-F8FE-4495-AA3A-BEFC7307FD14}" srcOrd="0" destOrd="0" presId="urn:microsoft.com/office/officeart/2005/8/layout/hierarchy1"/>
    <dgm:cxn modelId="{63505732-A0BE-498B-AA52-8A40F9C66A57}" type="presOf" srcId="{E10B58AF-1FF8-4D42-92AA-A063BA8A5752}" destId="{7C2E50EB-2BAF-422D-B8BF-0CCD1EAFF471}" srcOrd="0" destOrd="0" presId="urn:microsoft.com/office/officeart/2005/8/layout/hierarchy1"/>
    <dgm:cxn modelId="{71FEA241-C52C-4D22-BBAC-A39640132D17}" type="presOf" srcId="{0B0EFE67-47FA-423D-994E-9D046B48E8B1}" destId="{501FC3F7-4ACD-4CC7-B3AE-EB4FE4F54405}" srcOrd="0" destOrd="0" presId="urn:microsoft.com/office/officeart/2005/8/layout/hierarchy1"/>
    <dgm:cxn modelId="{AC763465-EA95-4EED-A0C5-5ABF9FCE7B1C}" srcId="{0556DEB1-1A17-4155-ADF0-EFA858BA7E39}" destId="{9A76D0D2-7981-4594-B7D9-C60AFFC120A4}" srcOrd="2" destOrd="0" parTransId="{A23ED0E4-3DE3-40BA-BE59-8D684408F510}" sibTransId="{BF39A8FB-1089-4DF9-9EA9-E717B63FFB04}"/>
    <dgm:cxn modelId="{F93C4B6E-8109-447E-8CF2-2D3D2F0AC62F}" srcId="{0556DEB1-1A17-4155-ADF0-EFA858BA7E39}" destId="{0294AD42-02A3-45BA-8C44-D382CF5FD82F}" srcOrd="1" destOrd="0" parTransId="{E10B58AF-1FF8-4D42-92AA-A063BA8A5752}" sibTransId="{79A196A8-6D52-49BB-BB9D-397DD0A6339C}"/>
    <dgm:cxn modelId="{9C0A4255-A365-40E2-8CFB-EA7C1263DEEB}" srcId="{0B0EFE67-47FA-423D-994E-9D046B48E8B1}" destId="{0556DEB1-1A17-4155-ADF0-EFA858BA7E39}" srcOrd="0" destOrd="0" parTransId="{BD73A763-7253-4E99-83F9-670790279960}" sibTransId="{700E7675-B4D0-4FA1-A1CF-5C088C7F7E95}"/>
    <dgm:cxn modelId="{D6DC7958-84F7-47C5-88B5-65A08FCE9576}" type="presOf" srcId="{3F029C7F-53BB-4BA3-B46D-BB2A30EA88CC}" destId="{485DA459-DA5B-466B-8F18-1BB52791D729}" srcOrd="0" destOrd="0" presId="urn:microsoft.com/office/officeart/2005/8/layout/hierarchy1"/>
    <dgm:cxn modelId="{310EDF9D-90AD-4C66-98A4-711D353BA7E7}" type="presOf" srcId="{3742A314-B03F-43FC-8CA6-8B3A4533CC9E}" destId="{7E4956CB-2012-4DF0-86F1-DD0B4EC4DE5D}" srcOrd="0" destOrd="0" presId="urn:microsoft.com/office/officeart/2005/8/layout/hierarchy1"/>
    <dgm:cxn modelId="{7D7721B2-CB65-4041-BF36-A61F5B216095}" type="presOf" srcId="{0294AD42-02A3-45BA-8C44-D382CF5FD82F}" destId="{3CD8CC15-1C2F-457D-B0E6-62A8E635BB55}" srcOrd="0" destOrd="0" presId="urn:microsoft.com/office/officeart/2005/8/layout/hierarchy1"/>
    <dgm:cxn modelId="{2B7A49B2-4397-4E55-B63C-9FC670082484}" type="presOf" srcId="{D7647AE2-FE9C-4E1F-AF44-E663DAC4DCB2}" destId="{DB3DC209-E963-44DD-97D0-D4EC3A4B6B88}" srcOrd="0" destOrd="0" presId="urn:microsoft.com/office/officeart/2005/8/layout/hierarchy1"/>
    <dgm:cxn modelId="{C29FDDCE-7023-498D-B835-AC74791DA5D2}" type="presOf" srcId="{240444E7-E2CB-455C-850F-337203F5FFF3}" destId="{4AE1F262-7C8D-4614-B183-1ED8B4995563}" srcOrd="0" destOrd="0" presId="urn:microsoft.com/office/officeart/2005/8/layout/hierarchy1"/>
    <dgm:cxn modelId="{5DF590EC-A646-451D-A757-AB2B43C9BBD0}" type="presParOf" srcId="{501FC3F7-4ACD-4CC7-B3AE-EB4FE4F54405}" destId="{DC17EC97-8DEF-4C8D-8F67-9F0C87D62BF8}" srcOrd="0" destOrd="0" presId="urn:microsoft.com/office/officeart/2005/8/layout/hierarchy1"/>
    <dgm:cxn modelId="{1923C7AA-87DD-4844-A089-BD1A9B9764AC}" type="presParOf" srcId="{DC17EC97-8DEF-4C8D-8F67-9F0C87D62BF8}" destId="{D3D4125A-5FDB-437A-9250-7189F7EA0F33}" srcOrd="0" destOrd="0" presId="urn:microsoft.com/office/officeart/2005/8/layout/hierarchy1"/>
    <dgm:cxn modelId="{063624D5-A219-49CD-98AE-A9CC71E8144F}" type="presParOf" srcId="{D3D4125A-5FDB-437A-9250-7189F7EA0F33}" destId="{B89837A6-4794-417D-86DA-FF44D76042DA}" srcOrd="0" destOrd="0" presId="urn:microsoft.com/office/officeart/2005/8/layout/hierarchy1"/>
    <dgm:cxn modelId="{EC90AFE4-F1C5-47FB-8E0A-FFA0E53EA205}" type="presParOf" srcId="{D3D4125A-5FDB-437A-9250-7189F7EA0F33}" destId="{8C420C31-C480-46B7-A587-DB15A9FFF6D0}" srcOrd="1" destOrd="0" presId="urn:microsoft.com/office/officeart/2005/8/layout/hierarchy1"/>
    <dgm:cxn modelId="{4060F4A7-714F-42CE-89D5-DBDD735136D5}" type="presParOf" srcId="{DC17EC97-8DEF-4C8D-8F67-9F0C87D62BF8}" destId="{A250EA4C-1EFD-4F69-88C6-E33A2CAFB9E3}" srcOrd="1" destOrd="0" presId="urn:microsoft.com/office/officeart/2005/8/layout/hierarchy1"/>
    <dgm:cxn modelId="{2C13262B-494C-455D-814E-4D29FD661A8C}" type="presParOf" srcId="{A250EA4C-1EFD-4F69-88C6-E33A2CAFB9E3}" destId="{7E4956CB-2012-4DF0-86F1-DD0B4EC4DE5D}" srcOrd="0" destOrd="0" presId="urn:microsoft.com/office/officeart/2005/8/layout/hierarchy1"/>
    <dgm:cxn modelId="{06FA4C9F-1BE2-4677-B4DA-BA9B23E5441F}" type="presParOf" srcId="{A250EA4C-1EFD-4F69-88C6-E33A2CAFB9E3}" destId="{F6E7DED2-8724-432C-B410-E1642F5E8545}" srcOrd="1" destOrd="0" presId="urn:microsoft.com/office/officeart/2005/8/layout/hierarchy1"/>
    <dgm:cxn modelId="{C8CD0D26-A037-46E6-8C91-ACD188123498}" type="presParOf" srcId="{F6E7DED2-8724-432C-B410-E1642F5E8545}" destId="{ADF865B2-CBF8-485B-8153-58F0C05A3DF0}" srcOrd="0" destOrd="0" presId="urn:microsoft.com/office/officeart/2005/8/layout/hierarchy1"/>
    <dgm:cxn modelId="{B0DD4402-38EB-43BD-BF83-639FB54F1B3F}" type="presParOf" srcId="{ADF865B2-CBF8-485B-8153-58F0C05A3DF0}" destId="{24FF0FB2-01F5-4075-BB62-32FE5C9468FA}" srcOrd="0" destOrd="0" presId="urn:microsoft.com/office/officeart/2005/8/layout/hierarchy1"/>
    <dgm:cxn modelId="{530EDF06-1D4F-49D0-86F6-5B0AD19656EF}" type="presParOf" srcId="{ADF865B2-CBF8-485B-8153-58F0C05A3DF0}" destId="{4AE1F262-7C8D-4614-B183-1ED8B4995563}" srcOrd="1" destOrd="0" presId="urn:microsoft.com/office/officeart/2005/8/layout/hierarchy1"/>
    <dgm:cxn modelId="{B2EFB2F9-E88D-4588-8F9A-2F3E83F79966}" type="presParOf" srcId="{F6E7DED2-8724-432C-B410-E1642F5E8545}" destId="{4D6F83C0-3FB7-4A46-80A0-989C8372E2DA}" srcOrd="1" destOrd="0" presId="urn:microsoft.com/office/officeart/2005/8/layout/hierarchy1"/>
    <dgm:cxn modelId="{1557F80E-25B5-4E37-BAE6-E730B1F4D002}" type="presParOf" srcId="{A250EA4C-1EFD-4F69-88C6-E33A2CAFB9E3}" destId="{7C2E50EB-2BAF-422D-B8BF-0CCD1EAFF471}" srcOrd="2" destOrd="0" presId="urn:microsoft.com/office/officeart/2005/8/layout/hierarchy1"/>
    <dgm:cxn modelId="{0EC949C4-C0A7-44F5-A032-F0D3D8368856}" type="presParOf" srcId="{A250EA4C-1EFD-4F69-88C6-E33A2CAFB9E3}" destId="{3495293B-0148-4255-985E-38B028203762}" srcOrd="3" destOrd="0" presId="urn:microsoft.com/office/officeart/2005/8/layout/hierarchy1"/>
    <dgm:cxn modelId="{286A4E60-44C9-4FEE-9A4C-C99B954097B4}" type="presParOf" srcId="{3495293B-0148-4255-985E-38B028203762}" destId="{BF629E6F-DF14-460D-A0D8-52D8AD6D5A35}" srcOrd="0" destOrd="0" presId="urn:microsoft.com/office/officeart/2005/8/layout/hierarchy1"/>
    <dgm:cxn modelId="{44A48590-CF2A-4B95-8D75-C6DCA2BE1C84}" type="presParOf" srcId="{BF629E6F-DF14-460D-A0D8-52D8AD6D5A35}" destId="{CF1C1830-CF0F-42DD-B9ED-F6CD0D3AB02B}" srcOrd="0" destOrd="0" presId="urn:microsoft.com/office/officeart/2005/8/layout/hierarchy1"/>
    <dgm:cxn modelId="{51804D44-51E2-48E2-9A99-5A62C8F313F2}" type="presParOf" srcId="{BF629E6F-DF14-460D-A0D8-52D8AD6D5A35}" destId="{3CD8CC15-1C2F-457D-B0E6-62A8E635BB55}" srcOrd="1" destOrd="0" presId="urn:microsoft.com/office/officeart/2005/8/layout/hierarchy1"/>
    <dgm:cxn modelId="{5B3E8FE2-581D-47EB-91EE-1EA5C8669FD6}" type="presParOf" srcId="{3495293B-0148-4255-985E-38B028203762}" destId="{5F085F1B-5758-404F-9EFC-810469D2220A}" srcOrd="1" destOrd="0" presId="urn:microsoft.com/office/officeart/2005/8/layout/hierarchy1"/>
    <dgm:cxn modelId="{C225FEDC-3E2F-42D9-BF0F-99B8C5DDCD8F}" type="presParOf" srcId="{A250EA4C-1EFD-4F69-88C6-E33A2CAFB9E3}" destId="{36F8B13C-F8FE-4495-AA3A-BEFC7307FD14}" srcOrd="4" destOrd="0" presId="urn:microsoft.com/office/officeart/2005/8/layout/hierarchy1"/>
    <dgm:cxn modelId="{BFADBA2D-78C0-4D32-A4AF-A3C03D742655}" type="presParOf" srcId="{A250EA4C-1EFD-4F69-88C6-E33A2CAFB9E3}" destId="{12EBCE74-1D33-4736-8982-80EBFDF7EB80}" srcOrd="5" destOrd="0" presId="urn:microsoft.com/office/officeart/2005/8/layout/hierarchy1"/>
    <dgm:cxn modelId="{71BFE0DE-A4B8-48C3-BF9F-1B8AF79AD117}" type="presParOf" srcId="{12EBCE74-1D33-4736-8982-80EBFDF7EB80}" destId="{8DD40C53-9196-4F75-843D-92C5A854F0BE}" srcOrd="0" destOrd="0" presId="urn:microsoft.com/office/officeart/2005/8/layout/hierarchy1"/>
    <dgm:cxn modelId="{0295232E-DC8A-42DA-A115-BAC26039C7E9}" type="presParOf" srcId="{8DD40C53-9196-4F75-843D-92C5A854F0BE}" destId="{6C84991B-9A45-4543-A6F1-E2CDA22D9131}" srcOrd="0" destOrd="0" presId="urn:microsoft.com/office/officeart/2005/8/layout/hierarchy1"/>
    <dgm:cxn modelId="{25DD8ADC-4EB8-4231-B3E1-0BAB15CC2738}" type="presParOf" srcId="{8DD40C53-9196-4F75-843D-92C5A854F0BE}" destId="{3719B007-7F59-4A92-9A8C-1752453CCF2F}" srcOrd="1" destOrd="0" presId="urn:microsoft.com/office/officeart/2005/8/layout/hierarchy1"/>
    <dgm:cxn modelId="{38560877-A849-462E-958D-1E7F91608212}" type="presParOf" srcId="{12EBCE74-1D33-4736-8982-80EBFDF7EB80}" destId="{BEA669D7-981A-4F33-91FA-F0E258C03D4E}" srcOrd="1" destOrd="0" presId="urn:microsoft.com/office/officeart/2005/8/layout/hierarchy1"/>
    <dgm:cxn modelId="{EC861739-AFBC-485C-A36E-2DAB8DC09EDC}" type="presParOf" srcId="{A250EA4C-1EFD-4F69-88C6-E33A2CAFB9E3}" destId="{485DA459-DA5B-466B-8F18-1BB52791D729}" srcOrd="6" destOrd="0" presId="urn:microsoft.com/office/officeart/2005/8/layout/hierarchy1"/>
    <dgm:cxn modelId="{59829418-3EA0-4DFD-B4F9-93ECE10CBE29}" type="presParOf" srcId="{A250EA4C-1EFD-4F69-88C6-E33A2CAFB9E3}" destId="{00A2A0FB-8804-413B-BDEB-EF9006E59DF7}" srcOrd="7" destOrd="0" presId="urn:microsoft.com/office/officeart/2005/8/layout/hierarchy1"/>
    <dgm:cxn modelId="{84D78210-7832-4A70-BFEC-926B0CDC1747}" type="presParOf" srcId="{00A2A0FB-8804-413B-BDEB-EF9006E59DF7}" destId="{2B956A4A-6605-4303-9301-C1580B33D855}" srcOrd="0" destOrd="0" presId="urn:microsoft.com/office/officeart/2005/8/layout/hierarchy1"/>
    <dgm:cxn modelId="{27F292CD-B9F0-42BD-A296-BBF148E3DA68}" type="presParOf" srcId="{2B956A4A-6605-4303-9301-C1580B33D855}" destId="{79A36477-F173-4C8C-889C-40A11207C27A}" srcOrd="0" destOrd="0" presId="urn:microsoft.com/office/officeart/2005/8/layout/hierarchy1"/>
    <dgm:cxn modelId="{7D8B2274-F870-46A6-8BCF-394AD8808F41}" type="presParOf" srcId="{2B956A4A-6605-4303-9301-C1580B33D855}" destId="{DB3DC209-E963-44DD-97D0-D4EC3A4B6B88}" srcOrd="1" destOrd="0" presId="urn:microsoft.com/office/officeart/2005/8/layout/hierarchy1"/>
    <dgm:cxn modelId="{8FAAC2FB-8AA1-4018-9B1C-AF4B745AF429}" type="presParOf" srcId="{00A2A0FB-8804-413B-BDEB-EF9006E59DF7}" destId="{033F28C8-D7BD-4A9C-B731-0B59B8A3BF3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D91278-AED3-4325-9D78-DC188C683273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8D5AE7-9DFD-45D5-BD8F-9C6632AAF1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Deploy supervised machine learning models for binary fraud classification.</a:t>
          </a:r>
        </a:p>
      </dgm:t>
    </dgm:pt>
    <dgm:pt modelId="{0C82FC56-0AB8-4F00-B8C0-036620294F49}" type="parTrans" cxnId="{9BCD124F-B306-4567-B9F4-43426709CD5D}">
      <dgm:prSet/>
      <dgm:spPr/>
      <dgm:t>
        <a:bodyPr/>
        <a:lstStyle/>
        <a:p>
          <a:endParaRPr lang="en-US"/>
        </a:p>
      </dgm:t>
    </dgm:pt>
    <dgm:pt modelId="{5680162B-56EE-49F2-ADB8-70D60B933519}" type="sibTrans" cxnId="{9BCD124F-B306-4567-B9F4-43426709CD5D}">
      <dgm:prSet/>
      <dgm:spPr/>
      <dgm:t>
        <a:bodyPr/>
        <a:lstStyle/>
        <a:p>
          <a:endParaRPr lang="en-US"/>
        </a:p>
      </dgm:t>
    </dgm:pt>
    <dgm:pt modelId="{979CAE16-55D5-414A-8C3D-7737196DC8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XGBoost, Gradient Boosting, Ensemble, Random Forest algorithms to identify fraud patterns. </a:t>
          </a:r>
        </a:p>
      </dgm:t>
    </dgm:pt>
    <dgm:pt modelId="{1147DA07-AC69-4CD8-AAFE-D8C1C7B654A5}" type="parTrans" cxnId="{F9461958-D84A-4DED-BA63-24914A667841}">
      <dgm:prSet/>
      <dgm:spPr/>
      <dgm:t>
        <a:bodyPr/>
        <a:lstStyle/>
        <a:p>
          <a:endParaRPr lang="en-US"/>
        </a:p>
      </dgm:t>
    </dgm:pt>
    <dgm:pt modelId="{9B075666-4CEB-40CA-98B9-BC651FA62AC7}" type="sibTrans" cxnId="{F9461958-D84A-4DED-BA63-24914A667841}">
      <dgm:prSet/>
      <dgm:spPr/>
      <dgm:t>
        <a:bodyPr/>
        <a:lstStyle/>
        <a:p>
          <a:endParaRPr lang="en-US"/>
        </a:p>
      </dgm:t>
    </dgm:pt>
    <dgm:pt modelId="{366BE1C9-874A-470B-B0AD-37B9F49AA4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Enable automated claims processing and real-time fraud monitoring.</a:t>
          </a:r>
        </a:p>
      </dgm:t>
    </dgm:pt>
    <dgm:pt modelId="{BAB7B82C-AF55-4BBA-AE8C-B91C1479044F}" type="parTrans" cxnId="{C87CFA2D-54B9-4AF6-9F74-79EA8909B6E3}">
      <dgm:prSet/>
      <dgm:spPr/>
      <dgm:t>
        <a:bodyPr/>
        <a:lstStyle/>
        <a:p>
          <a:endParaRPr lang="en-US"/>
        </a:p>
      </dgm:t>
    </dgm:pt>
    <dgm:pt modelId="{6EAA7255-EE51-4599-9FF0-4074AD15A64F}" type="sibTrans" cxnId="{C87CFA2D-54B9-4AF6-9F74-79EA8909B6E3}">
      <dgm:prSet/>
      <dgm:spPr/>
      <dgm:t>
        <a:bodyPr/>
        <a:lstStyle/>
        <a:p>
          <a:endParaRPr lang="en-US"/>
        </a:p>
      </dgm:t>
    </dgm:pt>
    <dgm:pt modelId="{C6B7AFEC-752A-4EFD-BA70-60A374047F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Leverage historical claims data from cloud-based enterprise data lakes.</a:t>
          </a:r>
        </a:p>
      </dgm:t>
    </dgm:pt>
    <dgm:pt modelId="{A62CBF87-7852-446B-B2BF-37298F2EE753}" type="parTrans" cxnId="{FAA64B06-7E9B-425D-A186-6E52F21B031F}">
      <dgm:prSet/>
      <dgm:spPr/>
      <dgm:t>
        <a:bodyPr/>
        <a:lstStyle/>
        <a:p>
          <a:endParaRPr lang="en-US"/>
        </a:p>
      </dgm:t>
    </dgm:pt>
    <dgm:pt modelId="{109D4453-2D03-4395-B08E-1706B117493C}" type="sibTrans" cxnId="{FAA64B06-7E9B-425D-A186-6E52F21B031F}">
      <dgm:prSet/>
      <dgm:spPr/>
      <dgm:t>
        <a:bodyPr/>
        <a:lstStyle/>
        <a:p>
          <a:endParaRPr lang="en-US"/>
        </a:p>
      </dgm:t>
    </dgm:pt>
    <dgm:pt modelId="{C7E4A843-1A93-4211-9A4F-535D6B1E7166}" type="pres">
      <dgm:prSet presAssocID="{22D91278-AED3-4325-9D78-DC188C683273}" presName="root" presStyleCnt="0">
        <dgm:presLayoutVars>
          <dgm:dir/>
          <dgm:resizeHandles val="exact"/>
        </dgm:presLayoutVars>
      </dgm:prSet>
      <dgm:spPr/>
    </dgm:pt>
    <dgm:pt modelId="{0549DD63-3B9E-4030-82C6-6C562008B5EB}" type="pres">
      <dgm:prSet presAssocID="{4E8D5AE7-9DFD-45D5-BD8F-9C6632AAF1A5}" presName="compNode" presStyleCnt="0"/>
      <dgm:spPr/>
    </dgm:pt>
    <dgm:pt modelId="{3FEDFC25-F3AD-42EB-A784-F382B9794110}" type="pres">
      <dgm:prSet presAssocID="{4E8D5AE7-9DFD-45D5-BD8F-9C6632AAF1A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4FC9C71-BEF2-4CA9-9B7E-BFDD7A3D19E6}" type="pres">
      <dgm:prSet presAssocID="{4E8D5AE7-9DFD-45D5-BD8F-9C6632AAF1A5}" presName="spaceRect" presStyleCnt="0"/>
      <dgm:spPr/>
    </dgm:pt>
    <dgm:pt modelId="{AC4A132A-316D-463C-BB9F-FFE5E4E85F1E}" type="pres">
      <dgm:prSet presAssocID="{4E8D5AE7-9DFD-45D5-BD8F-9C6632AAF1A5}" presName="textRect" presStyleLbl="revTx" presStyleIdx="0" presStyleCnt="4">
        <dgm:presLayoutVars>
          <dgm:chMax val="1"/>
          <dgm:chPref val="1"/>
        </dgm:presLayoutVars>
      </dgm:prSet>
      <dgm:spPr/>
    </dgm:pt>
    <dgm:pt modelId="{20B60848-2EEE-44BF-9007-2A1E077F7334}" type="pres">
      <dgm:prSet presAssocID="{5680162B-56EE-49F2-ADB8-70D60B933519}" presName="sibTrans" presStyleCnt="0"/>
      <dgm:spPr/>
    </dgm:pt>
    <dgm:pt modelId="{30217A1A-4C2E-46CB-BD4D-373D7933E605}" type="pres">
      <dgm:prSet presAssocID="{979CAE16-55D5-414A-8C3D-7737196DC898}" presName="compNode" presStyleCnt="0"/>
      <dgm:spPr/>
    </dgm:pt>
    <dgm:pt modelId="{9961441B-3DFF-48FC-8AD9-201CA9029A4F}" type="pres">
      <dgm:prSet presAssocID="{979CAE16-55D5-414A-8C3D-7737196DC89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9F788964-B7BD-4DB4-B541-75D5F30C77DA}" type="pres">
      <dgm:prSet presAssocID="{979CAE16-55D5-414A-8C3D-7737196DC898}" presName="spaceRect" presStyleCnt="0"/>
      <dgm:spPr/>
    </dgm:pt>
    <dgm:pt modelId="{7168240B-8AA9-4599-82D9-54BB80A5DC5B}" type="pres">
      <dgm:prSet presAssocID="{979CAE16-55D5-414A-8C3D-7737196DC898}" presName="textRect" presStyleLbl="revTx" presStyleIdx="1" presStyleCnt="4">
        <dgm:presLayoutVars>
          <dgm:chMax val="1"/>
          <dgm:chPref val="1"/>
        </dgm:presLayoutVars>
      </dgm:prSet>
      <dgm:spPr/>
    </dgm:pt>
    <dgm:pt modelId="{4ECEE428-2897-470C-BDF7-9CB7291B9D7A}" type="pres">
      <dgm:prSet presAssocID="{9B075666-4CEB-40CA-98B9-BC651FA62AC7}" presName="sibTrans" presStyleCnt="0"/>
      <dgm:spPr/>
    </dgm:pt>
    <dgm:pt modelId="{442B8D90-BC7F-4844-B366-6ECE092D52C4}" type="pres">
      <dgm:prSet presAssocID="{366BE1C9-874A-470B-B0AD-37B9F49AA404}" presName="compNode" presStyleCnt="0"/>
      <dgm:spPr/>
    </dgm:pt>
    <dgm:pt modelId="{AFCC3CF2-505B-4AB0-B4D4-97CC602910A3}" type="pres">
      <dgm:prSet presAssocID="{366BE1C9-874A-470B-B0AD-37B9F49AA40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37D236EC-B7D7-493E-8BAA-99ED081D25D9}" type="pres">
      <dgm:prSet presAssocID="{366BE1C9-874A-470B-B0AD-37B9F49AA404}" presName="spaceRect" presStyleCnt="0"/>
      <dgm:spPr/>
    </dgm:pt>
    <dgm:pt modelId="{A946D989-C476-42BE-BC79-D4B686D2704E}" type="pres">
      <dgm:prSet presAssocID="{366BE1C9-874A-470B-B0AD-37B9F49AA404}" presName="textRect" presStyleLbl="revTx" presStyleIdx="2" presStyleCnt="4">
        <dgm:presLayoutVars>
          <dgm:chMax val="1"/>
          <dgm:chPref val="1"/>
        </dgm:presLayoutVars>
      </dgm:prSet>
      <dgm:spPr/>
    </dgm:pt>
    <dgm:pt modelId="{06373EC9-2A1D-4FD1-AFA1-C08EA5E93302}" type="pres">
      <dgm:prSet presAssocID="{6EAA7255-EE51-4599-9FF0-4074AD15A64F}" presName="sibTrans" presStyleCnt="0"/>
      <dgm:spPr/>
    </dgm:pt>
    <dgm:pt modelId="{9EBDD93B-5243-4D2B-888D-C64E96BEBF94}" type="pres">
      <dgm:prSet presAssocID="{C6B7AFEC-752A-4EFD-BA70-60A374047FBB}" presName="compNode" presStyleCnt="0"/>
      <dgm:spPr/>
    </dgm:pt>
    <dgm:pt modelId="{90D648BA-2A41-4776-B921-3AD951B71338}" type="pres">
      <dgm:prSet presAssocID="{C6B7AFEC-752A-4EFD-BA70-60A374047FB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EA4AB0DE-7808-411A-9C77-9886CDDD131F}" type="pres">
      <dgm:prSet presAssocID="{C6B7AFEC-752A-4EFD-BA70-60A374047FBB}" presName="spaceRect" presStyleCnt="0"/>
      <dgm:spPr/>
    </dgm:pt>
    <dgm:pt modelId="{9B1BA89B-DA5A-4316-914B-AB306A335AC2}" type="pres">
      <dgm:prSet presAssocID="{C6B7AFEC-752A-4EFD-BA70-60A374047FB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AA64B06-7E9B-425D-A186-6E52F21B031F}" srcId="{22D91278-AED3-4325-9D78-DC188C683273}" destId="{C6B7AFEC-752A-4EFD-BA70-60A374047FBB}" srcOrd="3" destOrd="0" parTransId="{A62CBF87-7852-446B-B2BF-37298F2EE753}" sibTransId="{109D4453-2D03-4395-B08E-1706B117493C}"/>
    <dgm:cxn modelId="{E564AC2C-71EC-4CFD-92EF-CCB8A5F7E24C}" type="presOf" srcId="{22D91278-AED3-4325-9D78-DC188C683273}" destId="{C7E4A843-1A93-4211-9A4F-535D6B1E7166}" srcOrd="0" destOrd="0" presId="urn:microsoft.com/office/officeart/2018/2/layout/IconLabelList"/>
    <dgm:cxn modelId="{C87CFA2D-54B9-4AF6-9F74-79EA8909B6E3}" srcId="{22D91278-AED3-4325-9D78-DC188C683273}" destId="{366BE1C9-874A-470B-B0AD-37B9F49AA404}" srcOrd="2" destOrd="0" parTransId="{BAB7B82C-AF55-4BBA-AE8C-B91C1479044F}" sibTransId="{6EAA7255-EE51-4599-9FF0-4074AD15A64F}"/>
    <dgm:cxn modelId="{9BCD124F-B306-4567-B9F4-43426709CD5D}" srcId="{22D91278-AED3-4325-9D78-DC188C683273}" destId="{4E8D5AE7-9DFD-45D5-BD8F-9C6632AAF1A5}" srcOrd="0" destOrd="0" parTransId="{0C82FC56-0AB8-4F00-B8C0-036620294F49}" sibTransId="{5680162B-56EE-49F2-ADB8-70D60B933519}"/>
    <dgm:cxn modelId="{F9461958-D84A-4DED-BA63-24914A667841}" srcId="{22D91278-AED3-4325-9D78-DC188C683273}" destId="{979CAE16-55D5-414A-8C3D-7737196DC898}" srcOrd="1" destOrd="0" parTransId="{1147DA07-AC69-4CD8-AAFE-D8C1C7B654A5}" sibTransId="{9B075666-4CEB-40CA-98B9-BC651FA62AC7}"/>
    <dgm:cxn modelId="{ACEC2B5A-804B-4730-BA66-FCD227EEE857}" type="presOf" srcId="{979CAE16-55D5-414A-8C3D-7737196DC898}" destId="{7168240B-8AA9-4599-82D9-54BB80A5DC5B}" srcOrd="0" destOrd="0" presId="urn:microsoft.com/office/officeart/2018/2/layout/IconLabelList"/>
    <dgm:cxn modelId="{C3AB7D99-6D9B-4795-9556-B8EB939376B9}" type="presOf" srcId="{4E8D5AE7-9DFD-45D5-BD8F-9C6632AAF1A5}" destId="{AC4A132A-316D-463C-BB9F-FFE5E4E85F1E}" srcOrd="0" destOrd="0" presId="urn:microsoft.com/office/officeart/2018/2/layout/IconLabelList"/>
    <dgm:cxn modelId="{72F2619B-24ED-495C-9441-222512178977}" type="presOf" srcId="{366BE1C9-874A-470B-B0AD-37B9F49AA404}" destId="{A946D989-C476-42BE-BC79-D4B686D2704E}" srcOrd="0" destOrd="0" presId="urn:microsoft.com/office/officeart/2018/2/layout/IconLabelList"/>
    <dgm:cxn modelId="{3C105AEC-FF70-4230-905D-B9C7E3B7C4D3}" type="presOf" srcId="{C6B7AFEC-752A-4EFD-BA70-60A374047FBB}" destId="{9B1BA89B-DA5A-4316-914B-AB306A335AC2}" srcOrd="0" destOrd="0" presId="urn:microsoft.com/office/officeart/2018/2/layout/IconLabelList"/>
    <dgm:cxn modelId="{EB3788CB-8022-4333-85BB-342DB97EE73D}" type="presParOf" srcId="{C7E4A843-1A93-4211-9A4F-535D6B1E7166}" destId="{0549DD63-3B9E-4030-82C6-6C562008B5EB}" srcOrd="0" destOrd="0" presId="urn:microsoft.com/office/officeart/2018/2/layout/IconLabelList"/>
    <dgm:cxn modelId="{3B922660-0D23-4F50-8AE3-CAB87D6A6191}" type="presParOf" srcId="{0549DD63-3B9E-4030-82C6-6C562008B5EB}" destId="{3FEDFC25-F3AD-42EB-A784-F382B9794110}" srcOrd="0" destOrd="0" presId="urn:microsoft.com/office/officeart/2018/2/layout/IconLabelList"/>
    <dgm:cxn modelId="{C3405904-744F-4E8A-9A03-B0AA26887649}" type="presParOf" srcId="{0549DD63-3B9E-4030-82C6-6C562008B5EB}" destId="{D4FC9C71-BEF2-4CA9-9B7E-BFDD7A3D19E6}" srcOrd="1" destOrd="0" presId="urn:microsoft.com/office/officeart/2018/2/layout/IconLabelList"/>
    <dgm:cxn modelId="{BF318D61-BDE2-42CE-A3DE-3F099BA97CE2}" type="presParOf" srcId="{0549DD63-3B9E-4030-82C6-6C562008B5EB}" destId="{AC4A132A-316D-463C-BB9F-FFE5E4E85F1E}" srcOrd="2" destOrd="0" presId="urn:microsoft.com/office/officeart/2018/2/layout/IconLabelList"/>
    <dgm:cxn modelId="{FC1706A7-9A35-40A2-80CC-9BE4CCD0E322}" type="presParOf" srcId="{C7E4A843-1A93-4211-9A4F-535D6B1E7166}" destId="{20B60848-2EEE-44BF-9007-2A1E077F7334}" srcOrd="1" destOrd="0" presId="urn:microsoft.com/office/officeart/2018/2/layout/IconLabelList"/>
    <dgm:cxn modelId="{C574CE4F-39CA-4C37-A5C7-58189929AD0F}" type="presParOf" srcId="{C7E4A843-1A93-4211-9A4F-535D6B1E7166}" destId="{30217A1A-4C2E-46CB-BD4D-373D7933E605}" srcOrd="2" destOrd="0" presId="urn:microsoft.com/office/officeart/2018/2/layout/IconLabelList"/>
    <dgm:cxn modelId="{3D18F349-6027-4523-9592-6D55726A17C4}" type="presParOf" srcId="{30217A1A-4C2E-46CB-BD4D-373D7933E605}" destId="{9961441B-3DFF-48FC-8AD9-201CA9029A4F}" srcOrd="0" destOrd="0" presId="urn:microsoft.com/office/officeart/2018/2/layout/IconLabelList"/>
    <dgm:cxn modelId="{7A4D1ADA-E4B8-4571-81EB-9306CDFCB41F}" type="presParOf" srcId="{30217A1A-4C2E-46CB-BD4D-373D7933E605}" destId="{9F788964-B7BD-4DB4-B541-75D5F30C77DA}" srcOrd="1" destOrd="0" presId="urn:microsoft.com/office/officeart/2018/2/layout/IconLabelList"/>
    <dgm:cxn modelId="{27362826-DC57-4DC7-910D-03AE85D487DE}" type="presParOf" srcId="{30217A1A-4C2E-46CB-BD4D-373D7933E605}" destId="{7168240B-8AA9-4599-82D9-54BB80A5DC5B}" srcOrd="2" destOrd="0" presId="urn:microsoft.com/office/officeart/2018/2/layout/IconLabelList"/>
    <dgm:cxn modelId="{D52E1670-20AA-4A58-8DD5-C5CD223C8E72}" type="presParOf" srcId="{C7E4A843-1A93-4211-9A4F-535D6B1E7166}" destId="{4ECEE428-2897-470C-BDF7-9CB7291B9D7A}" srcOrd="3" destOrd="0" presId="urn:microsoft.com/office/officeart/2018/2/layout/IconLabelList"/>
    <dgm:cxn modelId="{771C6C86-F00B-488C-9295-9585D051A2A3}" type="presParOf" srcId="{C7E4A843-1A93-4211-9A4F-535D6B1E7166}" destId="{442B8D90-BC7F-4844-B366-6ECE092D52C4}" srcOrd="4" destOrd="0" presId="urn:microsoft.com/office/officeart/2018/2/layout/IconLabelList"/>
    <dgm:cxn modelId="{D248DB61-5CEA-466A-8FA3-3B54BDB8444F}" type="presParOf" srcId="{442B8D90-BC7F-4844-B366-6ECE092D52C4}" destId="{AFCC3CF2-505B-4AB0-B4D4-97CC602910A3}" srcOrd="0" destOrd="0" presId="urn:microsoft.com/office/officeart/2018/2/layout/IconLabelList"/>
    <dgm:cxn modelId="{CCE291E1-E985-44F1-A149-D00240881C58}" type="presParOf" srcId="{442B8D90-BC7F-4844-B366-6ECE092D52C4}" destId="{37D236EC-B7D7-493E-8BAA-99ED081D25D9}" srcOrd="1" destOrd="0" presId="urn:microsoft.com/office/officeart/2018/2/layout/IconLabelList"/>
    <dgm:cxn modelId="{D91E6AD8-6133-4EF0-9F62-20225AA67316}" type="presParOf" srcId="{442B8D90-BC7F-4844-B366-6ECE092D52C4}" destId="{A946D989-C476-42BE-BC79-D4B686D2704E}" srcOrd="2" destOrd="0" presId="urn:microsoft.com/office/officeart/2018/2/layout/IconLabelList"/>
    <dgm:cxn modelId="{6DA467CE-481C-4E0A-9376-03855BBA99F6}" type="presParOf" srcId="{C7E4A843-1A93-4211-9A4F-535D6B1E7166}" destId="{06373EC9-2A1D-4FD1-AFA1-C08EA5E93302}" srcOrd="5" destOrd="0" presId="urn:microsoft.com/office/officeart/2018/2/layout/IconLabelList"/>
    <dgm:cxn modelId="{1A42B9B6-64AE-41AC-9738-54D50539E89D}" type="presParOf" srcId="{C7E4A843-1A93-4211-9A4F-535D6B1E7166}" destId="{9EBDD93B-5243-4D2B-888D-C64E96BEBF94}" srcOrd="6" destOrd="0" presId="urn:microsoft.com/office/officeart/2018/2/layout/IconLabelList"/>
    <dgm:cxn modelId="{5C717F48-FC0C-41DA-BCA0-C927AA8CF85B}" type="presParOf" srcId="{9EBDD93B-5243-4D2B-888D-C64E96BEBF94}" destId="{90D648BA-2A41-4776-B921-3AD951B71338}" srcOrd="0" destOrd="0" presId="urn:microsoft.com/office/officeart/2018/2/layout/IconLabelList"/>
    <dgm:cxn modelId="{E9F661E0-9C78-432D-AFB4-809D9E004883}" type="presParOf" srcId="{9EBDD93B-5243-4D2B-888D-C64E96BEBF94}" destId="{EA4AB0DE-7808-411A-9C77-9886CDDD131F}" srcOrd="1" destOrd="0" presId="urn:microsoft.com/office/officeart/2018/2/layout/IconLabelList"/>
    <dgm:cxn modelId="{ADC6FD9A-3E7A-4D9D-A181-09089F59CDE1}" type="presParOf" srcId="{9EBDD93B-5243-4D2B-888D-C64E96BEBF94}" destId="{9B1BA89B-DA5A-4316-914B-AB306A335AC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FCAAA24-A3C3-45B2-A1E5-B74E17F7ED6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A63D76-4301-4ECD-921C-E426AE99BD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Fraud Detection Metrics: Precision, Recall, F1 Score, False Positive and Negative Rates.</a:t>
          </a:r>
        </a:p>
      </dgm:t>
    </dgm:pt>
    <dgm:pt modelId="{A01EEAD2-92B7-4425-B867-E4142D496037}" type="parTrans" cxnId="{5922AA25-AA53-461D-9AB1-BE4A2C1C4A9C}">
      <dgm:prSet/>
      <dgm:spPr/>
      <dgm:t>
        <a:bodyPr/>
        <a:lstStyle/>
        <a:p>
          <a:endParaRPr lang="en-US"/>
        </a:p>
      </dgm:t>
    </dgm:pt>
    <dgm:pt modelId="{90965258-C0D2-47EE-99D2-C1F62814AD78}" type="sibTrans" cxnId="{5922AA25-AA53-461D-9AB1-BE4A2C1C4A9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0829F56-CBF1-48CA-BE91-04F4BCA4CB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Financial Metrics: Fraud savings, ROI, and operational cost reduction.</a:t>
          </a:r>
        </a:p>
      </dgm:t>
    </dgm:pt>
    <dgm:pt modelId="{1C53731D-2E65-4392-B253-0AB701CBC87D}" type="parTrans" cxnId="{6D5137CB-A0FA-4E0B-8E7B-F1022221AFC0}">
      <dgm:prSet/>
      <dgm:spPr/>
      <dgm:t>
        <a:bodyPr/>
        <a:lstStyle/>
        <a:p>
          <a:endParaRPr lang="en-US"/>
        </a:p>
      </dgm:t>
    </dgm:pt>
    <dgm:pt modelId="{97A5BE3E-1C7E-4696-A30D-8573D0CCD17A}" type="sibTrans" cxnId="{6D5137CB-A0FA-4E0B-8E7B-F1022221AFC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DF445D7-79E1-4FDF-8D8D-764DFCE156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Operational Metrics: Processing time, automation rate, and manual review reduction. </a:t>
          </a:r>
        </a:p>
      </dgm:t>
    </dgm:pt>
    <dgm:pt modelId="{A0EC2DF1-5893-490D-9236-461F23715C9B}" type="parTrans" cxnId="{ED0D8030-C3CE-4F59-89E6-9004EC43D0FE}">
      <dgm:prSet/>
      <dgm:spPr/>
      <dgm:t>
        <a:bodyPr/>
        <a:lstStyle/>
        <a:p>
          <a:endParaRPr lang="en-US"/>
        </a:p>
      </dgm:t>
    </dgm:pt>
    <dgm:pt modelId="{348E84AF-87C1-498B-8008-9D78BD44DA86}" type="sibTrans" cxnId="{ED0D8030-C3CE-4F59-89E6-9004EC43D0F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E7256A3-BAE9-467B-A1F2-518A289312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 Performance Metrics: Accuracy, scalability, and model drift monitoring.</a:t>
          </a:r>
        </a:p>
      </dgm:t>
    </dgm:pt>
    <dgm:pt modelId="{B539A6C3-5694-4BF7-A7AD-EF65077B3F5C}" type="parTrans" cxnId="{D2AC2B0E-388B-4BB4-8147-16851E868248}">
      <dgm:prSet/>
      <dgm:spPr/>
      <dgm:t>
        <a:bodyPr/>
        <a:lstStyle/>
        <a:p>
          <a:endParaRPr lang="en-US"/>
        </a:p>
      </dgm:t>
    </dgm:pt>
    <dgm:pt modelId="{5231C7CB-9099-40E0-84F0-9D5BCAE11ED2}" type="sibTrans" cxnId="{D2AC2B0E-388B-4BB4-8147-16851E868248}">
      <dgm:prSet/>
      <dgm:spPr/>
      <dgm:t>
        <a:bodyPr/>
        <a:lstStyle/>
        <a:p>
          <a:endParaRPr lang="en-US"/>
        </a:p>
      </dgm:t>
    </dgm:pt>
    <dgm:pt modelId="{91F09BCB-3A48-4194-A32A-247B5B0FDA98}" type="pres">
      <dgm:prSet presAssocID="{CFCAAA24-A3C3-45B2-A1E5-B74E17F7ED6F}" presName="root" presStyleCnt="0">
        <dgm:presLayoutVars>
          <dgm:dir/>
          <dgm:resizeHandles val="exact"/>
        </dgm:presLayoutVars>
      </dgm:prSet>
      <dgm:spPr/>
    </dgm:pt>
    <dgm:pt modelId="{6CABDACE-E1D8-403F-AFDA-922F60ECEE99}" type="pres">
      <dgm:prSet presAssocID="{CFCAAA24-A3C3-45B2-A1E5-B74E17F7ED6F}" presName="container" presStyleCnt="0">
        <dgm:presLayoutVars>
          <dgm:dir/>
          <dgm:resizeHandles val="exact"/>
        </dgm:presLayoutVars>
      </dgm:prSet>
      <dgm:spPr/>
    </dgm:pt>
    <dgm:pt modelId="{A3429BDD-4D99-4BB6-B550-3475394353AE}" type="pres">
      <dgm:prSet presAssocID="{B4A63D76-4301-4ECD-921C-E426AE99BDBB}" presName="compNode" presStyleCnt="0"/>
      <dgm:spPr/>
    </dgm:pt>
    <dgm:pt modelId="{44F7DD3D-7BC5-4C92-86C6-BCCFDA46048C}" type="pres">
      <dgm:prSet presAssocID="{B4A63D76-4301-4ECD-921C-E426AE99BDBB}" presName="iconBgRect" presStyleLbl="bgShp" presStyleIdx="0" presStyleCnt="4"/>
      <dgm:spPr/>
    </dgm:pt>
    <dgm:pt modelId="{0D67501C-EC4A-4797-8FD5-01C42E40DF45}" type="pres">
      <dgm:prSet presAssocID="{B4A63D76-4301-4ECD-921C-E426AE99BDB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4CF1C0DC-8215-4C81-83B6-538C536134F9}" type="pres">
      <dgm:prSet presAssocID="{B4A63D76-4301-4ECD-921C-E426AE99BDBB}" presName="spaceRect" presStyleCnt="0"/>
      <dgm:spPr/>
    </dgm:pt>
    <dgm:pt modelId="{5C86C396-7CCE-4B6A-AAC1-EEF5D5695BDD}" type="pres">
      <dgm:prSet presAssocID="{B4A63D76-4301-4ECD-921C-E426AE99BDBB}" presName="textRect" presStyleLbl="revTx" presStyleIdx="0" presStyleCnt="4">
        <dgm:presLayoutVars>
          <dgm:chMax val="1"/>
          <dgm:chPref val="1"/>
        </dgm:presLayoutVars>
      </dgm:prSet>
      <dgm:spPr/>
    </dgm:pt>
    <dgm:pt modelId="{0847EA21-9A7E-41FD-918A-8E41842815BC}" type="pres">
      <dgm:prSet presAssocID="{90965258-C0D2-47EE-99D2-C1F62814AD78}" presName="sibTrans" presStyleLbl="sibTrans2D1" presStyleIdx="0" presStyleCnt="0"/>
      <dgm:spPr/>
    </dgm:pt>
    <dgm:pt modelId="{3D4DE7A4-931F-450C-A774-4EBA853995AB}" type="pres">
      <dgm:prSet presAssocID="{70829F56-CBF1-48CA-BE91-04F4BCA4CB03}" presName="compNode" presStyleCnt="0"/>
      <dgm:spPr/>
    </dgm:pt>
    <dgm:pt modelId="{D220E8AE-F250-4226-9DBD-1C521FA43A19}" type="pres">
      <dgm:prSet presAssocID="{70829F56-CBF1-48CA-BE91-04F4BCA4CB03}" presName="iconBgRect" presStyleLbl="bgShp" presStyleIdx="1" presStyleCnt="4"/>
      <dgm:spPr/>
    </dgm:pt>
    <dgm:pt modelId="{F16AA71C-D857-4156-A7F2-F70677D8AA32}" type="pres">
      <dgm:prSet presAssocID="{70829F56-CBF1-48CA-BE91-04F4BCA4CB0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0F89F97B-EAD8-43F0-8625-E9761976AE47}" type="pres">
      <dgm:prSet presAssocID="{70829F56-CBF1-48CA-BE91-04F4BCA4CB03}" presName="spaceRect" presStyleCnt="0"/>
      <dgm:spPr/>
    </dgm:pt>
    <dgm:pt modelId="{A6A65DFE-1A62-4BD4-A612-E94F7B6D03F5}" type="pres">
      <dgm:prSet presAssocID="{70829F56-CBF1-48CA-BE91-04F4BCA4CB03}" presName="textRect" presStyleLbl="revTx" presStyleIdx="1" presStyleCnt="4">
        <dgm:presLayoutVars>
          <dgm:chMax val="1"/>
          <dgm:chPref val="1"/>
        </dgm:presLayoutVars>
      </dgm:prSet>
      <dgm:spPr/>
    </dgm:pt>
    <dgm:pt modelId="{6F04FC85-4053-4FED-BE9C-B69A83B181DF}" type="pres">
      <dgm:prSet presAssocID="{97A5BE3E-1C7E-4696-A30D-8573D0CCD17A}" presName="sibTrans" presStyleLbl="sibTrans2D1" presStyleIdx="0" presStyleCnt="0"/>
      <dgm:spPr/>
    </dgm:pt>
    <dgm:pt modelId="{F466380A-7B28-4560-AAAC-940FF4F9F5C1}" type="pres">
      <dgm:prSet presAssocID="{EDF445D7-79E1-4FDF-8D8D-764DFCE156CE}" presName="compNode" presStyleCnt="0"/>
      <dgm:spPr/>
    </dgm:pt>
    <dgm:pt modelId="{60B78805-32B8-4FE0-966F-AF0CCB6BA9F4}" type="pres">
      <dgm:prSet presAssocID="{EDF445D7-79E1-4FDF-8D8D-764DFCE156CE}" presName="iconBgRect" presStyleLbl="bgShp" presStyleIdx="2" presStyleCnt="4"/>
      <dgm:spPr/>
    </dgm:pt>
    <dgm:pt modelId="{957CB2CB-AC9A-4357-A2E4-C6224460B1AB}" type="pres">
      <dgm:prSet presAssocID="{EDF445D7-79E1-4FDF-8D8D-764DFCE156C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EEFA702-D85C-4D3B-ACC2-78D0F9F74DF9}" type="pres">
      <dgm:prSet presAssocID="{EDF445D7-79E1-4FDF-8D8D-764DFCE156CE}" presName="spaceRect" presStyleCnt="0"/>
      <dgm:spPr/>
    </dgm:pt>
    <dgm:pt modelId="{AE39B10D-8592-4A64-8C6D-B3ED01634F32}" type="pres">
      <dgm:prSet presAssocID="{EDF445D7-79E1-4FDF-8D8D-764DFCE156CE}" presName="textRect" presStyleLbl="revTx" presStyleIdx="2" presStyleCnt="4">
        <dgm:presLayoutVars>
          <dgm:chMax val="1"/>
          <dgm:chPref val="1"/>
        </dgm:presLayoutVars>
      </dgm:prSet>
      <dgm:spPr/>
    </dgm:pt>
    <dgm:pt modelId="{2D1D4A3A-1584-4352-B2E1-FFC7E2F8A551}" type="pres">
      <dgm:prSet presAssocID="{348E84AF-87C1-498B-8008-9D78BD44DA86}" presName="sibTrans" presStyleLbl="sibTrans2D1" presStyleIdx="0" presStyleCnt="0"/>
      <dgm:spPr/>
    </dgm:pt>
    <dgm:pt modelId="{6EA6D2D8-0AC9-45D8-A1D5-0E32314C0FFF}" type="pres">
      <dgm:prSet presAssocID="{FE7256A3-BAE9-467B-A1F2-518A2893121B}" presName="compNode" presStyleCnt="0"/>
      <dgm:spPr/>
    </dgm:pt>
    <dgm:pt modelId="{16BCBEEC-12CC-4A03-9ABA-890BCC8F66F2}" type="pres">
      <dgm:prSet presAssocID="{FE7256A3-BAE9-467B-A1F2-518A2893121B}" presName="iconBgRect" presStyleLbl="bgShp" presStyleIdx="3" presStyleCnt="4"/>
      <dgm:spPr/>
    </dgm:pt>
    <dgm:pt modelId="{F8B35911-02F8-4704-9367-50D0AB9B8C68}" type="pres">
      <dgm:prSet presAssocID="{FE7256A3-BAE9-467B-A1F2-518A2893121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1E1DBF49-0B43-4DB4-BA10-4D2BD8441F22}" type="pres">
      <dgm:prSet presAssocID="{FE7256A3-BAE9-467B-A1F2-518A2893121B}" presName="spaceRect" presStyleCnt="0"/>
      <dgm:spPr/>
    </dgm:pt>
    <dgm:pt modelId="{82B20AD7-E052-4B92-A4C0-48CFA2CE13E3}" type="pres">
      <dgm:prSet presAssocID="{FE7256A3-BAE9-467B-A1F2-518A2893121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2AC2B0E-388B-4BB4-8147-16851E868248}" srcId="{CFCAAA24-A3C3-45B2-A1E5-B74E17F7ED6F}" destId="{FE7256A3-BAE9-467B-A1F2-518A2893121B}" srcOrd="3" destOrd="0" parTransId="{B539A6C3-5694-4BF7-A7AD-EF65077B3F5C}" sibTransId="{5231C7CB-9099-40E0-84F0-9D5BCAE11ED2}"/>
    <dgm:cxn modelId="{756D9A1E-C5D2-4603-BDD1-8D12CDD48E04}" type="presOf" srcId="{FE7256A3-BAE9-467B-A1F2-518A2893121B}" destId="{82B20AD7-E052-4B92-A4C0-48CFA2CE13E3}" srcOrd="0" destOrd="0" presId="urn:microsoft.com/office/officeart/2018/2/layout/IconCircleList"/>
    <dgm:cxn modelId="{29C6EE23-E6CC-4629-A31C-3CE005EAAAFF}" type="presOf" srcId="{CFCAAA24-A3C3-45B2-A1E5-B74E17F7ED6F}" destId="{91F09BCB-3A48-4194-A32A-247B5B0FDA98}" srcOrd="0" destOrd="0" presId="urn:microsoft.com/office/officeart/2018/2/layout/IconCircleList"/>
    <dgm:cxn modelId="{5922AA25-AA53-461D-9AB1-BE4A2C1C4A9C}" srcId="{CFCAAA24-A3C3-45B2-A1E5-B74E17F7ED6F}" destId="{B4A63D76-4301-4ECD-921C-E426AE99BDBB}" srcOrd="0" destOrd="0" parTransId="{A01EEAD2-92B7-4425-B867-E4142D496037}" sibTransId="{90965258-C0D2-47EE-99D2-C1F62814AD78}"/>
    <dgm:cxn modelId="{9F541F2A-9D49-443C-BD06-9A556EC5F7CF}" type="presOf" srcId="{70829F56-CBF1-48CA-BE91-04F4BCA4CB03}" destId="{A6A65DFE-1A62-4BD4-A612-E94F7B6D03F5}" srcOrd="0" destOrd="0" presId="urn:microsoft.com/office/officeart/2018/2/layout/IconCircleList"/>
    <dgm:cxn modelId="{ED0D8030-C3CE-4F59-89E6-9004EC43D0FE}" srcId="{CFCAAA24-A3C3-45B2-A1E5-B74E17F7ED6F}" destId="{EDF445D7-79E1-4FDF-8D8D-764DFCE156CE}" srcOrd="2" destOrd="0" parTransId="{A0EC2DF1-5893-490D-9236-461F23715C9B}" sibTransId="{348E84AF-87C1-498B-8008-9D78BD44DA86}"/>
    <dgm:cxn modelId="{8B83DF3C-12DE-40E4-926E-76779517E273}" type="presOf" srcId="{B4A63D76-4301-4ECD-921C-E426AE99BDBB}" destId="{5C86C396-7CCE-4B6A-AAC1-EEF5D5695BDD}" srcOrd="0" destOrd="0" presId="urn:microsoft.com/office/officeart/2018/2/layout/IconCircleList"/>
    <dgm:cxn modelId="{EF51134E-4D8F-4BA5-8625-B397D6A23984}" type="presOf" srcId="{EDF445D7-79E1-4FDF-8D8D-764DFCE156CE}" destId="{AE39B10D-8592-4A64-8C6D-B3ED01634F32}" srcOrd="0" destOrd="0" presId="urn:microsoft.com/office/officeart/2018/2/layout/IconCircleList"/>
    <dgm:cxn modelId="{4B85E784-78FD-458D-8D90-D00B1A6E9FBE}" type="presOf" srcId="{97A5BE3E-1C7E-4696-A30D-8573D0CCD17A}" destId="{6F04FC85-4053-4FED-BE9C-B69A83B181DF}" srcOrd="0" destOrd="0" presId="urn:microsoft.com/office/officeart/2018/2/layout/IconCircleList"/>
    <dgm:cxn modelId="{6D5137CB-A0FA-4E0B-8E7B-F1022221AFC0}" srcId="{CFCAAA24-A3C3-45B2-A1E5-B74E17F7ED6F}" destId="{70829F56-CBF1-48CA-BE91-04F4BCA4CB03}" srcOrd="1" destOrd="0" parTransId="{1C53731D-2E65-4392-B253-0AB701CBC87D}" sibTransId="{97A5BE3E-1C7E-4696-A30D-8573D0CCD17A}"/>
    <dgm:cxn modelId="{8B161CDF-D5B5-4553-A481-0D18678417D5}" type="presOf" srcId="{348E84AF-87C1-498B-8008-9D78BD44DA86}" destId="{2D1D4A3A-1584-4352-B2E1-FFC7E2F8A551}" srcOrd="0" destOrd="0" presId="urn:microsoft.com/office/officeart/2018/2/layout/IconCircleList"/>
    <dgm:cxn modelId="{4159F0E9-1401-417A-8AF3-181C63B0F87C}" type="presOf" srcId="{90965258-C0D2-47EE-99D2-C1F62814AD78}" destId="{0847EA21-9A7E-41FD-918A-8E41842815BC}" srcOrd="0" destOrd="0" presId="urn:microsoft.com/office/officeart/2018/2/layout/IconCircleList"/>
    <dgm:cxn modelId="{A312C50C-61F1-4388-8B32-7253FF15F595}" type="presParOf" srcId="{91F09BCB-3A48-4194-A32A-247B5B0FDA98}" destId="{6CABDACE-E1D8-403F-AFDA-922F60ECEE99}" srcOrd="0" destOrd="0" presId="urn:microsoft.com/office/officeart/2018/2/layout/IconCircleList"/>
    <dgm:cxn modelId="{85996A7C-D3EC-4BE8-8C10-1A7A525B185C}" type="presParOf" srcId="{6CABDACE-E1D8-403F-AFDA-922F60ECEE99}" destId="{A3429BDD-4D99-4BB6-B550-3475394353AE}" srcOrd="0" destOrd="0" presId="urn:microsoft.com/office/officeart/2018/2/layout/IconCircleList"/>
    <dgm:cxn modelId="{CD227915-CBE4-476F-B430-089D2C254ED7}" type="presParOf" srcId="{A3429BDD-4D99-4BB6-B550-3475394353AE}" destId="{44F7DD3D-7BC5-4C92-86C6-BCCFDA46048C}" srcOrd="0" destOrd="0" presId="urn:microsoft.com/office/officeart/2018/2/layout/IconCircleList"/>
    <dgm:cxn modelId="{4EA707E3-5FE1-4D0B-88F8-CECEAAC91B41}" type="presParOf" srcId="{A3429BDD-4D99-4BB6-B550-3475394353AE}" destId="{0D67501C-EC4A-4797-8FD5-01C42E40DF45}" srcOrd="1" destOrd="0" presId="urn:microsoft.com/office/officeart/2018/2/layout/IconCircleList"/>
    <dgm:cxn modelId="{3C8B1DD0-25C2-48D1-AF76-B39EA389472E}" type="presParOf" srcId="{A3429BDD-4D99-4BB6-B550-3475394353AE}" destId="{4CF1C0DC-8215-4C81-83B6-538C536134F9}" srcOrd="2" destOrd="0" presId="urn:microsoft.com/office/officeart/2018/2/layout/IconCircleList"/>
    <dgm:cxn modelId="{1F82B5A2-63D3-4F7E-8318-3C275AAD9BF6}" type="presParOf" srcId="{A3429BDD-4D99-4BB6-B550-3475394353AE}" destId="{5C86C396-7CCE-4B6A-AAC1-EEF5D5695BDD}" srcOrd="3" destOrd="0" presId="urn:microsoft.com/office/officeart/2018/2/layout/IconCircleList"/>
    <dgm:cxn modelId="{661A7DEC-430E-4276-94A7-DB03BB55D6D6}" type="presParOf" srcId="{6CABDACE-E1D8-403F-AFDA-922F60ECEE99}" destId="{0847EA21-9A7E-41FD-918A-8E41842815BC}" srcOrd="1" destOrd="0" presId="urn:microsoft.com/office/officeart/2018/2/layout/IconCircleList"/>
    <dgm:cxn modelId="{5A92DD70-EF6C-472F-9E08-9FEEB46DE1F4}" type="presParOf" srcId="{6CABDACE-E1D8-403F-AFDA-922F60ECEE99}" destId="{3D4DE7A4-931F-450C-A774-4EBA853995AB}" srcOrd="2" destOrd="0" presId="urn:microsoft.com/office/officeart/2018/2/layout/IconCircleList"/>
    <dgm:cxn modelId="{7213B88F-ABA2-42C5-A26C-10A33520B4E9}" type="presParOf" srcId="{3D4DE7A4-931F-450C-A774-4EBA853995AB}" destId="{D220E8AE-F250-4226-9DBD-1C521FA43A19}" srcOrd="0" destOrd="0" presId="urn:microsoft.com/office/officeart/2018/2/layout/IconCircleList"/>
    <dgm:cxn modelId="{065AB124-2322-412C-98DF-9FED0E543B51}" type="presParOf" srcId="{3D4DE7A4-931F-450C-A774-4EBA853995AB}" destId="{F16AA71C-D857-4156-A7F2-F70677D8AA32}" srcOrd="1" destOrd="0" presId="urn:microsoft.com/office/officeart/2018/2/layout/IconCircleList"/>
    <dgm:cxn modelId="{B5AD6ADA-3421-45DC-84E9-4BD46C444BB4}" type="presParOf" srcId="{3D4DE7A4-931F-450C-A774-4EBA853995AB}" destId="{0F89F97B-EAD8-43F0-8625-E9761976AE47}" srcOrd="2" destOrd="0" presId="urn:microsoft.com/office/officeart/2018/2/layout/IconCircleList"/>
    <dgm:cxn modelId="{B1B53D2B-F5F7-46EB-B2CE-0671B4B046FD}" type="presParOf" srcId="{3D4DE7A4-931F-450C-A774-4EBA853995AB}" destId="{A6A65DFE-1A62-4BD4-A612-E94F7B6D03F5}" srcOrd="3" destOrd="0" presId="urn:microsoft.com/office/officeart/2018/2/layout/IconCircleList"/>
    <dgm:cxn modelId="{4D858FCE-99E7-4521-A39A-8B74BE60E6F8}" type="presParOf" srcId="{6CABDACE-E1D8-403F-AFDA-922F60ECEE99}" destId="{6F04FC85-4053-4FED-BE9C-B69A83B181DF}" srcOrd="3" destOrd="0" presId="urn:microsoft.com/office/officeart/2018/2/layout/IconCircleList"/>
    <dgm:cxn modelId="{F32459D8-4BA2-4710-93E8-EC398CF6680F}" type="presParOf" srcId="{6CABDACE-E1D8-403F-AFDA-922F60ECEE99}" destId="{F466380A-7B28-4560-AAAC-940FF4F9F5C1}" srcOrd="4" destOrd="0" presId="urn:microsoft.com/office/officeart/2018/2/layout/IconCircleList"/>
    <dgm:cxn modelId="{02FC4DEA-0C6D-4E62-BCE7-887208C8CC0C}" type="presParOf" srcId="{F466380A-7B28-4560-AAAC-940FF4F9F5C1}" destId="{60B78805-32B8-4FE0-966F-AF0CCB6BA9F4}" srcOrd="0" destOrd="0" presId="urn:microsoft.com/office/officeart/2018/2/layout/IconCircleList"/>
    <dgm:cxn modelId="{20D3450F-292E-4100-9E46-F98CF965E33C}" type="presParOf" srcId="{F466380A-7B28-4560-AAAC-940FF4F9F5C1}" destId="{957CB2CB-AC9A-4357-A2E4-C6224460B1AB}" srcOrd="1" destOrd="0" presId="urn:microsoft.com/office/officeart/2018/2/layout/IconCircleList"/>
    <dgm:cxn modelId="{45C287ED-4F8B-4E21-834C-AA7ED64F386B}" type="presParOf" srcId="{F466380A-7B28-4560-AAAC-940FF4F9F5C1}" destId="{CEEFA702-D85C-4D3B-ACC2-78D0F9F74DF9}" srcOrd="2" destOrd="0" presId="urn:microsoft.com/office/officeart/2018/2/layout/IconCircleList"/>
    <dgm:cxn modelId="{896B786D-3374-4C27-A3C7-D26659B371EE}" type="presParOf" srcId="{F466380A-7B28-4560-AAAC-940FF4F9F5C1}" destId="{AE39B10D-8592-4A64-8C6D-B3ED01634F32}" srcOrd="3" destOrd="0" presId="urn:microsoft.com/office/officeart/2018/2/layout/IconCircleList"/>
    <dgm:cxn modelId="{12B1C1B4-DC8D-4E1F-ADAC-E1303E529A10}" type="presParOf" srcId="{6CABDACE-E1D8-403F-AFDA-922F60ECEE99}" destId="{2D1D4A3A-1584-4352-B2E1-FFC7E2F8A551}" srcOrd="5" destOrd="0" presId="urn:microsoft.com/office/officeart/2018/2/layout/IconCircleList"/>
    <dgm:cxn modelId="{A667BDA0-7BEE-43D1-8AB9-F490B0E6798A}" type="presParOf" srcId="{6CABDACE-E1D8-403F-AFDA-922F60ECEE99}" destId="{6EA6D2D8-0AC9-45D8-A1D5-0E32314C0FFF}" srcOrd="6" destOrd="0" presId="urn:microsoft.com/office/officeart/2018/2/layout/IconCircleList"/>
    <dgm:cxn modelId="{0F371EAB-D271-428D-A54E-CC6513797DB0}" type="presParOf" srcId="{6EA6D2D8-0AC9-45D8-A1D5-0E32314C0FFF}" destId="{16BCBEEC-12CC-4A03-9ABA-890BCC8F66F2}" srcOrd="0" destOrd="0" presId="urn:microsoft.com/office/officeart/2018/2/layout/IconCircleList"/>
    <dgm:cxn modelId="{542A0101-3ADB-416D-9303-70052C029CE1}" type="presParOf" srcId="{6EA6D2D8-0AC9-45D8-A1D5-0E32314C0FFF}" destId="{F8B35911-02F8-4704-9367-50D0AB9B8C68}" srcOrd="1" destOrd="0" presId="urn:microsoft.com/office/officeart/2018/2/layout/IconCircleList"/>
    <dgm:cxn modelId="{8105F75E-1733-421A-9C04-83B981A746BC}" type="presParOf" srcId="{6EA6D2D8-0AC9-45D8-A1D5-0E32314C0FFF}" destId="{1E1DBF49-0B43-4DB4-BA10-4D2BD8441F22}" srcOrd="2" destOrd="0" presId="urn:microsoft.com/office/officeart/2018/2/layout/IconCircleList"/>
    <dgm:cxn modelId="{02452530-1730-486F-B972-B11BB2223754}" type="presParOf" srcId="{6EA6D2D8-0AC9-45D8-A1D5-0E32314C0FFF}" destId="{82B20AD7-E052-4B92-A4C0-48CFA2CE13E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40BCE10-4B25-4ACA-A246-A3DA62A19DF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B06DFC-8881-44E6-B6F6-F9530A30C7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Historical Medicare claims data will be used for model training and validation.</a:t>
          </a:r>
        </a:p>
      </dgm:t>
    </dgm:pt>
    <dgm:pt modelId="{C91C31D7-01D3-44C2-B45B-9E2A5B83C0DC}" type="parTrans" cxnId="{F468E5AD-C3A2-41FC-B968-2356161A7351}">
      <dgm:prSet/>
      <dgm:spPr/>
      <dgm:t>
        <a:bodyPr/>
        <a:lstStyle/>
        <a:p>
          <a:endParaRPr lang="en-US"/>
        </a:p>
      </dgm:t>
    </dgm:pt>
    <dgm:pt modelId="{307870B0-B2F0-411F-A9FD-46777468DAF4}" type="sibTrans" cxnId="{F468E5AD-C3A2-41FC-B968-2356161A7351}">
      <dgm:prSet/>
      <dgm:spPr/>
      <dgm:t>
        <a:bodyPr/>
        <a:lstStyle/>
        <a:p>
          <a:endParaRPr lang="en-US"/>
        </a:p>
      </dgm:t>
    </dgm:pt>
    <dgm:pt modelId="{E3F91072-E517-436B-A1E7-A986C5CBE2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architecture integrates ETL pipelines, APIs, cloud data lakes, and machine learning services.</a:t>
          </a:r>
        </a:p>
      </dgm:t>
    </dgm:pt>
    <dgm:pt modelId="{36C4BA65-1357-40B5-B746-216909959DB5}" type="parTrans" cxnId="{C2C9D4DF-E07E-4659-88AA-DB9857A1DA2C}">
      <dgm:prSet/>
      <dgm:spPr/>
      <dgm:t>
        <a:bodyPr/>
        <a:lstStyle/>
        <a:p>
          <a:endParaRPr lang="en-US"/>
        </a:p>
      </dgm:t>
    </dgm:pt>
    <dgm:pt modelId="{87FAC4E9-6805-4C3E-B775-470C4E8BFD2C}" type="sibTrans" cxnId="{C2C9D4DF-E07E-4659-88AA-DB9857A1DA2C}">
      <dgm:prSet/>
      <dgm:spPr/>
      <dgm:t>
        <a:bodyPr/>
        <a:lstStyle/>
        <a:p>
          <a:endParaRPr lang="en-US"/>
        </a:p>
      </dgm:t>
    </dgm:pt>
    <dgm:pt modelId="{7A79261E-4856-4AE3-B12F-DFD5D7BCFB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Training datasets include provider, claims, demographic, and transaction variables.</a:t>
          </a:r>
        </a:p>
      </dgm:t>
    </dgm:pt>
    <dgm:pt modelId="{06E60554-BBE2-4BE0-A123-FEF0E0C48817}" type="parTrans" cxnId="{3D9DB930-A264-48E6-9FF1-CA644E8163B3}">
      <dgm:prSet/>
      <dgm:spPr/>
      <dgm:t>
        <a:bodyPr/>
        <a:lstStyle/>
        <a:p>
          <a:endParaRPr lang="en-US"/>
        </a:p>
      </dgm:t>
    </dgm:pt>
    <dgm:pt modelId="{70097278-BB38-4B80-9B55-DF0B6A0CEFF7}" type="sibTrans" cxnId="{3D9DB930-A264-48E6-9FF1-CA644E8163B3}">
      <dgm:prSet/>
      <dgm:spPr/>
      <dgm:t>
        <a:bodyPr/>
        <a:lstStyle/>
        <a:p>
          <a:endParaRPr lang="en-US"/>
        </a:p>
      </dgm:t>
    </dgm:pt>
    <dgm:pt modelId="{16C88FA9-CF3F-47F9-951C-C2D5E6159F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platform supports continuous retraining, optimization, and scalability.</a:t>
          </a:r>
        </a:p>
      </dgm:t>
    </dgm:pt>
    <dgm:pt modelId="{B09A4892-45A3-4554-AE54-582F1ACC5BA9}" type="parTrans" cxnId="{10A7E8C7-D1E0-4765-9091-2FA97C944341}">
      <dgm:prSet/>
      <dgm:spPr/>
      <dgm:t>
        <a:bodyPr/>
        <a:lstStyle/>
        <a:p>
          <a:endParaRPr lang="en-US"/>
        </a:p>
      </dgm:t>
    </dgm:pt>
    <dgm:pt modelId="{C571AFE3-C857-47D4-8D10-6EBEF6E0C7EF}" type="sibTrans" cxnId="{10A7E8C7-D1E0-4765-9091-2FA97C944341}">
      <dgm:prSet/>
      <dgm:spPr/>
      <dgm:t>
        <a:bodyPr/>
        <a:lstStyle/>
        <a:p>
          <a:endParaRPr lang="en-US"/>
        </a:p>
      </dgm:t>
    </dgm:pt>
    <dgm:pt modelId="{69C317C4-0B5B-46D2-B312-1DB810CD7E30}" type="pres">
      <dgm:prSet presAssocID="{540BCE10-4B25-4ACA-A246-A3DA62A19DFC}" presName="root" presStyleCnt="0">
        <dgm:presLayoutVars>
          <dgm:dir/>
          <dgm:resizeHandles val="exact"/>
        </dgm:presLayoutVars>
      </dgm:prSet>
      <dgm:spPr/>
    </dgm:pt>
    <dgm:pt modelId="{3CA791E7-5993-49B5-9C3A-600C47EAD3B9}" type="pres">
      <dgm:prSet presAssocID="{BCB06DFC-8881-44E6-B6F6-F9530A30C758}" presName="compNode" presStyleCnt="0"/>
      <dgm:spPr/>
    </dgm:pt>
    <dgm:pt modelId="{93A69D89-3925-4E77-9049-BB6B7F578946}" type="pres">
      <dgm:prSet presAssocID="{BCB06DFC-8881-44E6-B6F6-F9530A30C75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DE209E9-ADF8-4130-B3B8-B34E63DB72F1}" type="pres">
      <dgm:prSet presAssocID="{BCB06DFC-8881-44E6-B6F6-F9530A30C758}" presName="spaceRect" presStyleCnt="0"/>
      <dgm:spPr/>
    </dgm:pt>
    <dgm:pt modelId="{E9C3A726-E36C-4FDD-818D-46B368B1875A}" type="pres">
      <dgm:prSet presAssocID="{BCB06DFC-8881-44E6-B6F6-F9530A30C758}" presName="textRect" presStyleLbl="revTx" presStyleIdx="0" presStyleCnt="4">
        <dgm:presLayoutVars>
          <dgm:chMax val="1"/>
          <dgm:chPref val="1"/>
        </dgm:presLayoutVars>
      </dgm:prSet>
      <dgm:spPr/>
    </dgm:pt>
    <dgm:pt modelId="{5DF6D65E-9BBD-447B-92DF-353B94391744}" type="pres">
      <dgm:prSet presAssocID="{307870B0-B2F0-411F-A9FD-46777468DAF4}" presName="sibTrans" presStyleCnt="0"/>
      <dgm:spPr/>
    </dgm:pt>
    <dgm:pt modelId="{3A6E84C6-19A1-4C66-86CC-6DDD21841ECE}" type="pres">
      <dgm:prSet presAssocID="{E3F91072-E517-436B-A1E7-A986C5CBE295}" presName="compNode" presStyleCnt="0"/>
      <dgm:spPr/>
    </dgm:pt>
    <dgm:pt modelId="{D167B1ED-FA40-4FD2-B1D3-42BDB2DF0BF7}" type="pres">
      <dgm:prSet presAssocID="{E3F91072-E517-436B-A1E7-A986C5CBE29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E67043F1-ED60-43D4-BB52-EF7616E52FF5}" type="pres">
      <dgm:prSet presAssocID="{E3F91072-E517-436B-A1E7-A986C5CBE295}" presName="spaceRect" presStyleCnt="0"/>
      <dgm:spPr/>
    </dgm:pt>
    <dgm:pt modelId="{5C97774C-B30B-43C6-984D-E67CEE8CA9E7}" type="pres">
      <dgm:prSet presAssocID="{E3F91072-E517-436B-A1E7-A986C5CBE295}" presName="textRect" presStyleLbl="revTx" presStyleIdx="1" presStyleCnt="4">
        <dgm:presLayoutVars>
          <dgm:chMax val="1"/>
          <dgm:chPref val="1"/>
        </dgm:presLayoutVars>
      </dgm:prSet>
      <dgm:spPr/>
    </dgm:pt>
    <dgm:pt modelId="{F5330392-B440-4F8A-B071-B9CD370EA10D}" type="pres">
      <dgm:prSet presAssocID="{87FAC4E9-6805-4C3E-B775-470C4E8BFD2C}" presName="sibTrans" presStyleCnt="0"/>
      <dgm:spPr/>
    </dgm:pt>
    <dgm:pt modelId="{F5899828-7474-46D0-AF03-C3FAD99E1BF3}" type="pres">
      <dgm:prSet presAssocID="{7A79261E-4856-4AE3-B12F-DFD5D7BCFBD6}" presName="compNode" presStyleCnt="0"/>
      <dgm:spPr/>
    </dgm:pt>
    <dgm:pt modelId="{68BFD26B-11EB-4163-BB96-280FABCA4586}" type="pres">
      <dgm:prSet presAssocID="{7A79261E-4856-4AE3-B12F-DFD5D7BCFBD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82C558EE-0218-4C5A-ACA5-BCF4436F55CF}" type="pres">
      <dgm:prSet presAssocID="{7A79261E-4856-4AE3-B12F-DFD5D7BCFBD6}" presName="spaceRect" presStyleCnt="0"/>
      <dgm:spPr/>
    </dgm:pt>
    <dgm:pt modelId="{1F8C3AA9-834C-43D9-8A96-95866C8445EB}" type="pres">
      <dgm:prSet presAssocID="{7A79261E-4856-4AE3-B12F-DFD5D7BCFBD6}" presName="textRect" presStyleLbl="revTx" presStyleIdx="2" presStyleCnt="4">
        <dgm:presLayoutVars>
          <dgm:chMax val="1"/>
          <dgm:chPref val="1"/>
        </dgm:presLayoutVars>
      </dgm:prSet>
      <dgm:spPr/>
    </dgm:pt>
    <dgm:pt modelId="{1B27EEDA-FAF0-4CAB-B78B-D856F41E2210}" type="pres">
      <dgm:prSet presAssocID="{70097278-BB38-4B80-9B55-DF0B6A0CEFF7}" presName="sibTrans" presStyleCnt="0"/>
      <dgm:spPr/>
    </dgm:pt>
    <dgm:pt modelId="{95ABDF22-36B1-45D5-9439-3C435F93C12B}" type="pres">
      <dgm:prSet presAssocID="{16C88FA9-CF3F-47F9-951C-C2D5E6159FF0}" presName="compNode" presStyleCnt="0"/>
      <dgm:spPr/>
    </dgm:pt>
    <dgm:pt modelId="{7C264E44-CB70-4018-85D9-D72E89715B50}" type="pres">
      <dgm:prSet presAssocID="{16C88FA9-CF3F-47F9-951C-C2D5E6159FF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1F825197-FDDF-4F80-B811-5AD93031C900}" type="pres">
      <dgm:prSet presAssocID="{16C88FA9-CF3F-47F9-951C-C2D5E6159FF0}" presName="spaceRect" presStyleCnt="0"/>
      <dgm:spPr/>
    </dgm:pt>
    <dgm:pt modelId="{5457EBA7-EB2D-460D-8244-500EAA7F8853}" type="pres">
      <dgm:prSet presAssocID="{16C88FA9-CF3F-47F9-951C-C2D5E6159FF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20E1B01-2467-4361-A997-B89AB76884DE}" type="presOf" srcId="{16C88FA9-CF3F-47F9-951C-C2D5E6159FF0}" destId="{5457EBA7-EB2D-460D-8244-500EAA7F8853}" srcOrd="0" destOrd="0" presId="urn:microsoft.com/office/officeart/2018/2/layout/IconLabelList"/>
    <dgm:cxn modelId="{9003F81E-D41D-4C58-88AB-C6DEE1792A84}" type="presOf" srcId="{BCB06DFC-8881-44E6-B6F6-F9530A30C758}" destId="{E9C3A726-E36C-4FDD-818D-46B368B1875A}" srcOrd="0" destOrd="0" presId="urn:microsoft.com/office/officeart/2018/2/layout/IconLabelList"/>
    <dgm:cxn modelId="{3D9DB930-A264-48E6-9FF1-CA644E8163B3}" srcId="{540BCE10-4B25-4ACA-A246-A3DA62A19DFC}" destId="{7A79261E-4856-4AE3-B12F-DFD5D7BCFBD6}" srcOrd="2" destOrd="0" parTransId="{06E60554-BBE2-4BE0-A123-FEF0E0C48817}" sibTransId="{70097278-BB38-4B80-9B55-DF0B6A0CEFF7}"/>
    <dgm:cxn modelId="{8485E83A-332F-47CC-BC25-D5044BD11A9B}" type="presOf" srcId="{7A79261E-4856-4AE3-B12F-DFD5D7BCFBD6}" destId="{1F8C3AA9-834C-43D9-8A96-95866C8445EB}" srcOrd="0" destOrd="0" presId="urn:microsoft.com/office/officeart/2018/2/layout/IconLabelList"/>
    <dgm:cxn modelId="{EF139A6F-5DAD-432A-8D0F-C42BB0C930B6}" type="presOf" srcId="{E3F91072-E517-436B-A1E7-A986C5CBE295}" destId="{5C97774C-B30B-43C6-984D-E67CEE8CA9E7}" srcOrd="0" destOrd="0" presId="urn:microsoft.com/office/officeart/2018/2/layout/IconLabelList"/>
    <dgm:cxn modelId="{F468E5AD-C3A2-41FC-B968-2356161A7351}" srcId="{540BCE10-4B25-4ACA-A246-A3DA62A19DFC}" destId="{BCB06DFC-8881-44E6-B6F6-F9530A30C758}" srcOrd="0" destOrd="0" parTransId="{C91C31D7-01D3-44C2-B45B-9E2A5B83C0DC}" sibTransId="{307870B0-B2F0-411F-A9FD-46777468DAF4}"/>
    <dgm:cxn modelId="{4CC661C4-D554-4ABB-B631-A5C1F1E993DD}" type="presOf" srcId="{540BCE10-4B25-4ACA-A246-A3DA62A19DFC}" destId="{69C317C4-0B5B-46D2-B312-1DB810CD7E30}" srcOrd="0" destOrd="0" presId="urn:microsoft.com/office/officeart/2018/2/layout/IconLabelList"/>
    <dgm:cxn modelId="{10A7E8C7-D1E0-4765-9091-2FA97C944341}" srcId="{540BCE10-4B25-4ACA-A246-A3DA62A19DFC}" destId="{16C88FA9-CF3F-47F9-951C-C2D5E6159FF0}" srcOrd="3" destOrd="0" parTransId="{B09A4892-45A3-4554-AE54-582F1ACC5BA9}" sibTransId="{C571AFE3-C857-47D4-8D10-6EBEF6E0C7EF}"/>
    <dgm:cxn modelId="{C2C9D4DF-E07E-4659-88AA-DB9857A1DA2C}" srcId="{540BCE10-4B25-4ACA-A246-A3DA62A19DFC}" destId="{E3F91072-E517-436B-A1E7-A986C5CBE295}" srcOrd="1" destOrd="0" parTransId="{36C4BA65-1357-40B5-B746-216909959DB5}" sibTransId="{87FAC4E9-6805-4C3E-B775-470C4E8BFD2C}"/>
    <dgm:cxn modelId="{750EB3CF-7E7E-4186-89B5-1C540D4A242F}" type="presParOf" srcId="{69C317C4-0B5B-46D2-B312-1DB810CD7E30}" destId="{3CA791E7-5993-49B5-9C3A-600C47EAD3B9}" srcOrd="0" destOrd="0" presId="urn:microsoft.com/office/officeart/2018/2/layout/IconLabelList"/>
    <dgm:cxn modelId="{3BAC67F0-A7FA-42B0-B5BA-B678717D0C54}" type="presParOf" srcId="{3CA791E7-5993-49B5-9C3A-600C47EAD3B9}" destId="{93A69D89-3925-4E77-9049-BB6B7F578946}" srcOrd="0" destOrd="0" presId="urn:microsoft.com/office/officeart/2018/2/layout/IconLabelList"/>
    <dgm:cxn modelId="{BAB8E3EC-8792-4126-941F-7C7F56B915EE}" type="presParOf" srcId="{3CA791E7-5993-49B5-9C3A-600C47EAD3B9}" destId="{6DE209E9-ADF8-4130-B3B8-B34E63DB72F1}" srcOrd="1" destOrd="0" presId="urn:microsoft.com/office/officeart/2018/2/layout/IconLabelList"/>
    <dgm:cxn modelId="{976222BA-B987-43B6-B7F1-BF19CC95F4DD}" type="presParOf" srcId="{3CA791E7-5993-49B5-9C3A-600C47EAD3B9}" destId="{E9C3A726-E36C-4FDD-818D-46B368B1875A}" srcOrd="2" destOrd="0" presId="urn:microsoft.com/office/officeart/2018/2/layout/IconLabelList"/>
    <dgm:cxn modelId="{C9862B78-7BB9-4D5A-95CA-9CC252111A53}" type="presParOf" srcId="{69C317C4-0B5B-46D2-B312-1DB810CD7E30}" destId="{5DF6D65E-9BBD-447B-92DF-353B94391744}" srcOrd="1" destOrd="0" presId="urn:microsoft.com/office/officeart/2018/2/layout/IconLabelList"/>
    <dgm:cxn modelId="{1AE24A77-E71A-43AD-AFEE-D18E58AAC645}" type="presParOf" srcId="{69C317C4-0B5B-46D2-B312-1DB810CD7E30}" destId="{3A6E84C6-19A1-4C66-86CC-6DDD21841ECE}" srcOrd="2" destOrd="0" presId="urn:microsoft.com/office/officeart/2018/2/layout/IconLabelList"/>
    <dgm:cxn modelId="{0CCC57B1-6CAD-47D0-B73B-FCF23386A322}" type="presParOf" srcId="{3A6E84C6-19A1-4C66-86CC-6DDD21841ECE}" destId="{D167B1ED-FA40-4FD2-B1D3-42BDB2DF0BF7}" srcOrd="0" destOrd="0" presId="urn:microsoft.com/office/officeart/2018/2/layout/IconLabelList"/>
    <dgm:cxn modelId="{AE1E2A5E-25E3-489B-8B84-FABEC1C39D2C}" type="presParOf" srcId="{3A6E84C6-19A1-4C66-86CC-6DDD21841ECE}" destId="{E67043F1-ED60-43D4-BB52-EF7616E52FF5}" srcOrd="1" destOrd="0" presId="urn:microsoft.com/office/officeart/2018/2/layout/IconLabelList"/>
    <dgm:cxn modelId="{E2953102-E74D-4847-92E0-F67CB78D12A6}" type="presParOf" srcId="{3A6E84C6-19A1-4C66-86CC-6DDD21841ECE}" destId="{5C97774C-B30B-43C6-984D-E67CEE8CA9E7}" srcOrd="2" destOrd="0" presId="urn:microsoft.com/office/officeart/2018/2/layout/IconLabelList"/>
    <dgm:cxn modelId="{6095999A-8980-4748-BA14-B56B0A0758B7}" type="presParOf" srcId="{69C317C4-0B5B-46D2-B312-1DB810CD7E30}" destId="{F5330392-B440-4F8A-B071-B9CD370EA10D}" srcOrd="3" destOrd="0" presId="urn:microsoft.com/office/officeart/2018/2/layout/IconLabelList"/>
    <dgm:cxn modelId="{1F4CADAB-F8F0-4D54-A184-2A1A9AA1459B}" type="presParOf" srcId="{69C317C4-0B5B-46D2-B312-1DB810CD7E30}" destId="{F5899828-7474-46D0-AF03-C3FAD99E1BF3}" srcOrd="4" destOrd="0" presId="urn:microsoft.com/office/officeart/2018/2/layout/IconLabelList"/>
    <dgm:cxn modelId="{E45C4E29-9A0B-4DFF-998F-9C5DE4689A46}" type="presParOf" srcId="{F5899828-7474-46D0-AF03-C3FAD99E1BF3}" destId="{68BFD26B-11EB-4163-BB96-280FABCA4586}" srcOrd="0" destOrd="0" presId="urn:microsoft.com/office/officeart/2018/2/layout/IconLabelList"/>
    <dgm:cxn modelId="{37F251FD-C7FA-4D1C-B2EC-1938DDFC924B}" type="presParOf" srcId="{F5899828-7474-46D0-AF03-C3FAD99E1BF3}" destId="{82C558EE-0218-4C5A-ACA5-BCF4436F55CF}" srcOrd="1" destOrd="0" presId="urn:microsoft.com/office/officeart/2018/2/layout/IconLabelList"/>
    <dgm:cxn modelId="{0F843486-1A2A-4C09-A725-362F7758E952}" type="presParOf" srcId="{F5899828-7474-46D0-AF03-C3FAD99E1BF3}" destId="{1F8C3AA9-834C-43D9-8A96-95866C8445EB}" srcOrd="2" destOrd="0" presId="urn:microsoft.com/office/officeart/2018/2/layout/IconLabelList"/>
    <dgm:cxn modelId="{1BE58A86-753A-45E8-802D-70151FABCD30}" type="presParOf" srcId="{69C317C4-0B5B-46D2-B312-1DB810CD7E30}" destId="{1B27EEDA-FAF0-4CAB-B78B-D856F41E2210}" srcOrd="5" destOrd="0" presId="urn:microsoft.com/office/officeart/2018/2/layout/IconLabelList"/>
    <dgm:cxn modelId="{E11744AE-EC20-4984-AFD3-A63610EE94C8}" type="presParOf" srcId="{69C317C4-0B5B-46D2-B312-1DB810CD7E30}" destId="{95ABDF22-36B1-45D5-9439-3C435F93C12B}" srcOrd="6" destOrd="0" presId="urn:microsoft.com/office/officeart/2018/2/layout/IconLabelList"/>
    <dgm:cxn modelId="{25801D8E-6DE5-41B3-9803-BD1DAB6FE289}" type="presParOf" srcId="{95ABDF22-36B1-45D5-9439-3C435F93C12B}" destId="{7C264E44-CB70-4018-85D9-D72E89715B50}" srcOrd="0" destOrd="0" presId="urn:microsoft.com/office/officeart/2018/2/layout/IconLabelList"/>
    <dgm:cxn modelId="{E84C620F-374F-4851-A7C1-8C5381570671}" type="presParOf" srcId="{95ABDF22-36B1-45D5-9439-3C435F93C12B}" destId="{1F825197-FDDF-4F80-B811-5AD93031C900}" srcOrd="1" destOrd="0" presId="urn:microsoft.com/office/officeart/2018/2/layout/IconLabelList"/>
    <dgm:cxn modelId="{3165D1A8-38C5-4BF5-A675-6D85164B3331}" type="presParOf" srcId="{95ABDF22-36B1-45D5-9439-3C435F93C12B}" destId="{5457EBA7-EB2D-460D-8244-500EAA7F885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D991CC5-5441-4CE3-A158-2D6F3A04C03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828936-5902-4C20-84A8-AE7FBEE426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Establish a cross-functional AI transformation task force.</a:t>
          </a:r>
        </a:p>
      </dgm:t>
    </dgm:pt>
    <dgm:pt modelId="{81331C29-298B-4DE6-B6FA-AEADCDC7D31D}" type="parTrans" cxnId="{0E497673-4A6E-4E6D-B500-E99BC3AA9112}">
      <dgm:prSet/>
      <dgm:spPr/>
      <dgm:t>
        <a:bodyPr/>
        <a:lstStyle/>
        <a:p>
          <a:endParaRPr lang="en-US"/>
        </a:p>
      </dgm:t>
    </dgm:pt>
    <dgm:pt modelId="{3B3D4443-991C-4CCF-89D9-C7AF7EE7D30E}" type="sibTrans" cxnId="{0E497673-4A6E-4E6D-B500-E99BC3AA911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6868625-8D6A-4C2B-A5E9-EB33A0A49A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Align KPIs and performance frameworks with AI-driven business goals.</a:t>
          </a:r>
        </a:p>
      </dgm:t>
    </dgm:pt>
    <dgm:pt modelId="{BD3EBCEF-BC4C-4870-8C80-431FBA9425C9}" type="parTrans" cxnId="{9EFBD90A-0A5C-4542-9110-CBEBFB69E7AC}">
      <dgm:prSet/>
      <dgm:spPr/>
      <dgm:t>
        <a:bodyPr/>
        <a:lstStyle/>
        <a:p>
          <a:endParaRPr lang="en-US"/>
        </a:p>
      </dgm:t>
    </dgm:pt>
    <dgm:pt modelId="{F5031F39-4B79-4F5B-80D8-CB58DADED909}" type="sibTrans" cxnId="{9EFBD90A-0A5C-4542-9110-CBEBFB69E7A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39F8D3F-DAB4-4F04-A557-DD49D34794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Introduce workforce training programs focused on AI literacy.</a:t>
          </a:r>
        </a:p>
      </dgm:t>
    </dgm:pt>
    <dgm:pt modelId="{4040FB55-0FD9-44FB-9031-559895806027}" type="parTrans" cxnId="{E2B69E7B-C2C6-443D-AA54-0D9C4070D45B}">
      <dgm:prSet/>
      <dgm:spPr/>
      <dgm:t>
        <a:bodyPr/>
        <a:lstStyle/>
        <a:p>
          <a:endParaRPr lang="en-US"/>
        </a:p>
      </dgm:t>
    </dgm:pt>
    <dgm:pt modelId="{CC5CE1D7-08DC-4EF6-B754-18B0EFA04B2B}" type="sibTrans" cxnId="{E2B69E7B-C2C6-443D-AA54-0D9C4070D45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8DFA942-DB4A-4BF3-9E71-2C88386008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Implement governance structures balancing automation and human oversight.</a:t>
          </a:r>
        </a:p>
      </dgm:t>
    </dgm:pt>
    <dgm:pt modelId="{732D7A40-BB95-4AC8-AE2C-B564E463FCAC}" type="parTrans" cxnId="{B678D6AC-CA04-4358-9716-57E6289E27DC}">
      <dgm:prSet/>
      <dgm:spPr/>
      <dgm:t>
        <a:bodyPr/>
        <a:lstStyle/>
        <a:p>
          <a:endParaRPr lang="en-US"/>
        </a:p>
      </dgm:t>
    </dgm:pt>
    <dgm:pt modelId="{15C66891-092C-4FBD-8731-6172A1427E70}" type="sibTrans" cxnId="{B678D6AC-CA04-4358-9716-57E6289E27DC}">
      <dgm:prSet/>
      <dgm:spPr/>
      <dgm:t>
        <a:bodyPr/>
        <a:lstStyle/>
        <a:p>
          <a:endParaRPr lang="en-US"/>
        </a:p>
      </dgm:t>
    </dgm:pt>
    <dgm:pt modelId="{008AED5F-38ED-4A02-A42F-54F0776AF14B}" type="pres">
      <dgm:prSet presAssocID="{CD991CC5-5441-4CE3-A158-2D6F3A04C030}" presName="root" presStyleCnt="0">
        <dgm:presLayoutVars>
          <dgm:dir/>
          <dgm:resizeHandles val="exact"/>
        </dgm:presLayoutVars>
      </dgm:prSet>
      <dgm:spPr/>
    </dgm:pt>
    <dgm:pt modelId="{035BCDDD-3064-4699-B5E7-F3088D80C7E9}" type="pres">
      <dgm:prSet presAssocID="{CD991CC5-5441-4CE3-A158-2D6F3A04C030}" presName="container" presStyleCnt="0">
        <dgm:presLayoutVars>
          <dgm:dir/>
          <dgm:resizeHandles val="exact"/>
        </dgm:presLayoutVars>
      </dgm:prSet>
      <dgm:spPr/>
    </dgm:pt>
    <dgm:pt modelId="{FBFDB5D9-F1A0-4E46-82F0-28B1AFC79044}" type="pres">
      <dgm:prSet presAssocID="{62828936-5902-4C20-84A8-AE7FBEE426B6}" presName="compNode" presStyleCnt="0"/>
      <dgm:spPr/>
    </dgm:pt>
    <dgm:pt modelId="{19C079D0-61F0-4800-BFA8-A669A4748993}" type="pres">
      <dgm:prSet presAssocID="{62828936-5902-4C20-84A8-AE7FBEE426B6}" presName="iconBgRect" presStyleLbl="bgShp" presStyleIdx="0" presStyleCnt="4"/>
      <dgm:spPr/>
    </dgm:pt>
    <dgm:pt modelId="{AD97341A-90FB-48BE-B299-F48C6FAF5050}" type="pres">
      <dgm:prSet presAssocID="{62828936-5902-4C20-84A8-AE7FBEE426B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87212A2-C7DF-49C9-94B4-2F680232D5F0}" type="pres">
      <dgm:prSet presAssocID="{62828936-5902-4C20-84A8-AE7FBEE426B6}" presName="spaceRect" presStyleCnt="0"/>
      <dgm:spPr/>
    </dgm:pt>
    <dgm:pt modelId="{7CB7D444-E961-4C1B-96A4-22F94BBB65AD}" type="pres">
      <dgm:prSet presAssocID="{62828936-5902-4C20-84A8-AE7FBEE426B6}" presName="textRect" presStyleLbl="revTx" presStyleIdx="0" presStyleCnt="4">
        <dgm:presLayoutVars>
          <dgm:chMax val="1"/>
          <dgm:chPref val="1"/>
        </dgm:presLayoutVars>
      </dgm:prSet>
      <dgm:spPr/>
    </dgm:pt>
    <dgm:pt modelId="{5549B146-B1E8-4D2E-8B92-159A874C2BAF}" type="pres">
      <dgm:prSet presAssocID="{3B3D4443-991C-4CCF-89D9-C7AF7EE7D30E}" presName="sibTrans" presStyleLbl="sibTrans2D1" presStyleIdx="0" presStyleCnt="0"/>
      <dgm:spPr/>
    </dgm:pt>
    <dgm:pt modelId="{43B94157-8F2E-4926-B881-A6B82D68E779}" type="pres">
      <dgm:prSet presAssocID="{A6868625-8D6A-4C2B-A5E9-EB33A0A49ABD}" presName="compNode" presStyleCnt="0"/>
      <dgm:spPr/>
    </dgm:pt>
    <dgm:pt modelId="{521C509B-AFC0-4A60-9B7E-E0B0C5C6E4DC}" type="pres">
      <dgm:prSet presAssocID="{A6868625-8D6A-4C2B-A5E9-EB33A0A49ABD}" presName="iconBgRect" presStyleLbl="bgShp" presStyleIdx="1" presStyleCnt="4"/>
      <dgm:spPr/>
    </dgm:pt>
    <dgm:pt modelId="{E4121431-793E-4306-81A7-59E1DD63A363}" type="pres">
      <dgm:prSet presAssocID="{A6868625-8D6A-4C2B-A5E9-EB33A0A49AB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35275B4-E4CB-4275-9C3F-F17BB20898D6}" type="pres">
      <dgm:prSet presAssocID="{A6868625-8D6A-4C2B-A5E9-EB33A0A49ABD}" presName="spaceRect" presStyleCnt="0"/>
      <dgm:spPr/>
    </dgm:pt>
    <dgm:pt modelId="{7773F119-A060-4A70-82C4-991365E121EA}" type="pres">
      <dgm:prSet presAssocID="{A6868625-8D6A-4C2B-A5E9-EB33A0A49ABD}" presName="textRect" presStyleLbl="revTx" presStyleIdx="1" presStyleCnt="4">
        <dgm:presLayoutVars>
          <dgm:chMax val="1"/>
          <dgm:chPref val="1"/>
        </dgm:presLayoutVars>
      </dgm:prSet>
      <dgm:spPr/>
    </dgm:pt>
    <dgm:pt modelId="{691A902B-ED2F-4802-95F5-E56358F614D6}" type="pres">
      <dgm:prSet presAssocID="{F5031F39-4B79-4F5B-80D8-CB58DADED909}" presName="sibTrans" presStyleLbl="sibTrans2D1" presStyleIdx="0" presStyleCnt="0"/>
      <dgm:spPr/>
    </dgm:pt>
    <dgm:pt modelId="{3E15BB8B-554B-4DBE-BE7A-5BDB31DB12B1}" type="pres">
      <dgm:prSet presAssocID="{139F8D3F-DAB4-4F04-A557-DD49D3479464}" presName="compNode" presStyleCnt="0"/>
      <dgm:spPr/>
    </dgm:pt>
    <dgm:pt modelId="{A3DBEEF2-0C90-460F-800A-BF4F3A426002}" type="pres">
      <dgm:prSet presAssocID="{139F8D3F-DAB4-4F04-A557-DD49D3479464}" presName="iconBgRect" presStyleLbl="bgShp" presStyleIdx="2" presStyleCnt="4"/>
      <dgm:spPr/>
    </dgm:pt>
    <dgm:pt modelId="{4525A83E-6389-4DA0-85CA-9C913DEABF72}" type="pres">
      <dgm:prSet presAssocID="{139F8D3F-DAB4-4F04-A557-DD49D347946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2AE879F-C31A-439B-950E-77BB15955F93}" type="pres">
      <dgm:prSet presAssocID="{139F8D3F-DAB4-4F04-A557-DD49D3479464}" presName="spaceRect" presStyleCnt="0"/>
      <dgm:spPr/>
    </dgm:pt>
    <dgm:pt modelId="{11D9C569-A29F-4192-9764-897667581942}" type="pres">
      <dgm:prSet presAssocID="{139F8D3F-DAB4-4F04-A557-DD49D3479464}" presName="textRect" presStyleLbl="revTx" presStyleIdx="2" presStyleCnt="4">
        <dgm:presLayoutVars>
          <dgm:chMax val="1"/>
          <dgm:chPref val="1"/>
        </dgm:presLayoutVars>
      </dgm:prSet>
      <dgm:spPr/>
    </dgm:pt>
    <dgm:pt modelId="{76240E44-B90C-416A-9CF2-814227D618CF}" type="pres">
      <dgm:prSet presAssocID="{CC5CE1D7-08DC-4EF6-B754-18B0EFA04B2B}" presName="sibTrans" presStyleLbl="sibTrans2D1" presStyleIdx="0" presStyleCnt="0"/>
      <dgm:spPr/>
    </dgm:pt>
    <dgm:pt modelId="{2851B9EB-597C-4BF3-9A0F-8438C4E6DCA3}" type="pres">
      <dgm:prSet presAssocID="{D8DFA942-DB4A-4BF3-9E71-2C88386008D0}" presName="compNode" presStyleCnt="0"/>
      <dgm:spPr/>
    </dgm:pt>
    <dgm:pt modelId="{B2147558-7F9A-4577-8FDE-B74663C40A56}" type="pres">
      <dgm:prSet presAssocID="{D8DFA942-DB4A-4BF3-9E71-2C88386008D0}" presName="iconBgRect" presStyleLbl="bgShp" presStyleIdx="3" presStyleCnt="4"/>
      <dgm:spPr/>
    </dgm:pt>
    <dgm:pt modelId="{AC9FEB2E-0AC2-4F6B-9B60-754531D3AD9C}" type="pres">
      <dgm:prSet presAssocID="{D8DFA942-DB4A-4BF3-9E71-2C88386008D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BECF8189-429C-47B0-BA87-501BC3E63125}" type="pres">
      <dgm:prSet presAssocID="{D8DFA942-DB4A-4BF3-9E71-2C88386008D0}" presName="spaceRect" presStyleCnt="0"/>
      <dgm:spPr/>
    </dgm:pt>
    <dgm:pt modelId="{3CB5AF74-79A1-4A11-AC06-84D28BE0939E}" type="pres">
      <dgm:prSet presAssocID="{D8DFA942-DB4A-4BF3-9E71-2C88386008D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975530A-951F-403C-B851-07F31FFD46B8}" type="presOf" srcId="{62828936-5902-4C20-84A8-AE7FBEE426B6}" destId="{7CB7D444-E961-4C1B-96A4-22F94BBB65AD}" srcOrd="0" destOrd="0" presId="urn:microsoft.com/office/officeart/2018/2/layout/IconCircleList"/>
    <dgm:cxn modelId="{9EFBD90A-0A5C-4542-9110-CBEBFB69E7AC}" srcId="{CD991CC5-5441-4CE3-A158-2D6F3A04C030}" destId="{A6868625-8D6A-4C2B-A5E9-EB33A0A49ABD}" srcOrd="1" destOrd="0" parTransId="{BD3EBCEF-BC4C-4870-8C80-431FBA9425C9}" sibTransId="{F5031F39-4B79-4F5B-80D8-CB58DADED909}"/>
    <dgm:cxn modelId="{E7FFFE22-C14E-417A-9031-41798AB3DEC7}" type="presOf" srcId="{A6868625-8D6A-4C2B-A5E9-EB33A0A49ABD}" destId="{7773F119-A060-4A70-82C4-991365E121EA}" srcOrd="0" destOrd="0" presId="urn:microsoft.com/office/officeart/2018/2/layout/IconCircleList"/>
    <dgm:cxn modelId="{9F5C9F3A-2090-4A19-A17F-745FC2676390}" type="presOf" srcId="{CC5CE1D7-08DC-4EF6-B754-18B0EFA04B2B}" destId="{76240E44-B90C-416A-9CF2-814227D618CF}" srcOrd="0" destOrd="0" presId="urn:microsoft.com/office/officeart/2018/2/layout/IconCircleList"/>
    <dgm:cxn modelId="{CF439E43-C6C1-4726-91B5-C935813E353C}" type="presOf" srcId="{3B3D4443-991C-4CCF-89D9-C7AF7EE7D30E}" destId="{5549B146-B1E8-4D2E-8B92-159A874C2BAF}" srcOrd="0" destOrd="0" presId="urn:microsoft.com/office/officeart/2018/2/layout/IconCircleList"/>
    <dgm:cxn modelId="{0E497673-4A6E-4E6D-B500-E99BC3AA9112}" srcId="{CD991CC5-5441-4CE3-A158-2D6F3A04C030}" destId="{62828936-5902-4C20-84A8-AE7FBEE426B6}" srcOrd="0" destOrd="0" parTransId="{81331C29-298B-4DE6-B6FA-AEADCDC7D31D}" sibTransId="{3B3D4443-991C-4CCF-89D9-C7AF7EE7D30E}"/>
    <dgm:cxn modelId="{C5774E5A-9C9D-4D8F-9346-5343E476DC2A}" type="presOf" srcId="{CD991CC5-5441-4CE3-A158-2D6F3A04C030}" destId="{008AED5F-38ED-4A02-A42F-54F0776AF14B}" srcOrd="0" destOrd="0" presId="urn:microsoft.com/office/officeart/2018/2/layout/IconCircleList"/>
    <dgm:cxn modelId="{E2B69E7B-C2C6-443D-AA54-0D9C4070D45B}" srcId="{CD991CC5-5441-4CE3-A158-2D6F3A04C030}" destId="{139F8D3F-DAB4-4F04-A557-DD49D3479464}" srcOrd="2" destOrd="0" parTransId="{4040FB55-0FD9-44FB-9031-559895806027}" sibTransId="{CC5CE1D7-08DC-4EF6-B754-18B0EFA04B2B}"/>
    <dgm:cxn modelId="{B678D6AC-CA04-4358-9716-57E6289E27DC}" srcId="{CD991CC5-5441-4CE3-A158-2D6F3A04C030}" destId="{D8DFA942-DB4A-4BF3-9E71-2C88386008D0}" srcOrd="3" destOrd="0" parTransId="{732D7A40-BB95-4AC8-AE2C-B564E463FCAC}" sibTransId="{15C66891-092C-4FBD-8731-6172A1427E70}"/>
    <dgm:cxn modelId="{51DEA0C7-0B48-4162-A135-C6627ECD6257}" type="presOf" srcId="{D8DFA942-DB4A-4BF3-9E71-2C88386008D0}" destId="{3CB5AF74-79A1-4A11-AC06-84D28BE0939E}" srcOrd="0" destOrd="0" presId="urn:microsoft.com/office/officeart/2018/2/layout/IconCircleList"/>
    <dgm:cxn modelId="{EF92F4D3-7E76-4DC7-8A49-A144A68E5780}" type="presOf" srcId="{F5031F39-4B79-4F5B-80D8-CB58DADED909}" destId="{691A902B-ED2F-4802-95F5-E56358F614D6}" srcOrd="0" destOrd="0" presId="urn:microsoft.com/office/officeart/2018/2/layout/IconCircleList"/>
    <dgm:cxn modelId="{E1D38DE0-FAF6-4727-AE94-389FACBBFED5}" type="presOf" srcId="{139F8D3F-DAB4-4F04-A557-DD49D3479464}" destId="{11D9C569-A29F-4192-9764-897667581942}" srcOrd="0" destOrd="0" presId="urn:microsoft.com/office/officeart/2018/2/layout/IconCircleList"/>
    <dgm:cxn modelId="{E951FB05-0C2A-4ABF-8BA4-1C7070181217}" type="presParOf" srcId="{008AED5F-38ED-4A02-A42F-54F0776AF14B}" destId="{035BCDDD-3064-4699-B5E7-F3088D80C7E9}" srcOrd="0" destOrd="0" presId="urn:microsoft.com/office/officeart/2018/2/layout/IconCircleList"/>
    <dgm:cxn modelId="{D4E3C958-D64A-42CE-828C-0643EC557E46}" type="presParOf" srcId="{035BCDDD-3064-4699-B5E7-F3088D80C7E9}" destId="{FBFDB5D9-F1A0-4E46-82F0-28B1AFC79044}" srcOrd="0" destOrd="0" presId="urn:microsoft.com/office/officeart/2018/2/layout/IconCircleList"/>
    <dgm:cxn modelId="{44E329D8-C832-4386-9448-0AB62D4BF787}" type="presParOf" srcId="{FBFDB5D9-F1A0-4E46-82F0-28B1AFC79044}" destId="{19C079D0-61F0-4800-BFA8-A669A4748993}" srcOrd="0" destOrd="0" presId="urn:microsoft.com/office/officeart/2018/2/layout/IconCircleList"/>
    <dgm:cxn modelId="{19C19CE9-7DC3-4F76-80A0-01BE6E3AD375}" type="presParOf" srcId="{FBFDB5D9-F1A0-4E46-82F0-28B1AFC79044}" destId="{AD97341A-90FB-48BE-B299-F48C6FAF5050}" srcOrd="1" destOrd="0" presId="urn:microsoft.com/office/officeart/2018/2/layout/IconCircleList"/>
    <dgm:cxn modelId="{83DE0F4F-C928-43D1-AA83-21A02AD3E1AE}" type="presParOf" srcId="{FBFDB5D9-F1A0-4E46-82F0-28B1AFC79044}" destId="{B87212A2-C7DF-49C9-94B4-2F680232D5F0}" srcOrd="2" destOrd="0" presId="urn:microsoft.com/office/officeart/2018/2/layout/IconCircleList"/>
    <dgm:cxn modelId="{FA802877-1596-45BD-A442-7D0929C3280A}" type="presParOf" srcId="{FBFDB5D9-F1A0-4E46-82F0-28B1AFC79044}" destId="{7CB7D444-E961-4C1B-96A4-22F94BBB65AD}" srcOrd="3" destOrd="0" presId="urn:microsoft.com/office/officeart/2018/2/layout/IconCircleList"/>
    <dgm:cxn modelId="{04E33860-9DC8-44EC-A6AD-392F0EE904A9}" type="presParOf" srcId="{035BCDDD-3064-4699-B5E7-F3088D80C7E9}" destId="{5549B146-B1E8-4D2E-8B92-159A874C2BAF}" srcOrd="1" destOrd="0" presId="urn:microsoft.com/office/officeart/2018/2/layout/IconCircleList"/>
    <dgm:cxn modelId="{27E059F0-169E-4BA3-A544-5BEA57A6B7FC}" type="presParOf" srcId="{035BCDDD-3064-4699-B5E7-F3088D80C7E9}" destId="{43B94157-8F2E-4926-B881-A6B82D68E779}" srcOrd="2" destOrd="0" presId="urn:microsoft.com/office/officeart/2018/2/layout/IconCircleList"/>
    <dgm:cxn modelId="{2205A5EC-2A53-4275-BD38-3C542468148E}" type="presParOf" srcId="{43B94157-8F2E-4926-B881-A6B82D68E779}" destId="{521C509B-AFC0-4A60-9B7E-E0B0C5C6E4DC}" srcOrd="0" destOrd="0" presId="urn:microsoft.com/office/officeart/2018/2/layout/IconCircleList"/>
    <dgm:cxn modelId="{9AF520CD-6A98-4934-ADCE-0C2A2DFDFE03}" type="presParOf" srcId="{43B94157-8F2E-4926-B881-A6B82D68E779}" destId="{E4121431-793E-4306-81A7-59E1DD63A363}" srcOrd="1" destOrd="0" presId="urn:microsoft.com/office/officeart/2018/2/layout/IconCircleList"/>
    <dgm:cxn modelId="{F0C7DB07-107D-4B39-A0EF-AD98502C2825}" type="presParOf" srcId="{43B94157-8F2E-4926-B881-A6B82D68E779}" destId="{A35275B4-E4CB-4275-9C3F-F17BB20898D6}" srcOrd="2" destOrd="0" presId="urn:microsoft.com/office/officeart/2018/2/layout/IconCircleList"/>
    <dgm:cxn modelId="{2179224D-B14C-4E2C-87C9-0A452F52D0A3}" type="presParOf" srcId="{43B94157-8F2E-4926-B881-A6B82D68E779}" destId="{7773F119-A060-4A70-82C4-991365E121EA}" srcOrd="3" destOrd="0" presId="urn:microsoft.com/office/officeart/2018/2/layout/IconCircleList"/>
    <dgm:cxn modelId="{6EAEE1DD-0928-49A5-A222-553B736E8742}" type="presParOf" srcId="{035BCDDD-3064-4699-B5E7-F3088D80C7E9}" destId="{691A902B-ED2F-4802-95F5-E56358F614D6}" srcOrd="3" destOrd="0" presId="urn:microsoft.com/office/officeart/2018/2/layout/IconCircleList"/>
    <dgm:cxn modelId="{A960C1F4-2E96-45D7-B3F9-4C55256C8224}" type="presParOf" srcId="{035BCDDD-3064-4699-B5E7-F3088D80C7E9}" destId="{3E15BB8B-554B-4DBE-BE7A-5BDB31DB12B1}" srcOrd="4" destOrd="0" presId="urn:microsoft.com/office/officeart/2018/2/layout/IconCircleList"/>
    <dgm:cxn modelId="{C8CF9DFA-4EB7-4C0D-A050-69207DFBB953}" type="presParOf" srcId="{3E15BB8B-554B-4DBE-BE7A-5BDB31DB12B1}" destId="{A3DBEEF2-0C90-460F-800A-BF4F3A426002}" srcOrd="0" destOrd="0" presId="urn:microsoft.com/office/officeart/2018/2/layout/IconCircleList"/>
    <dgm:cxn modelId="{1A246C30-FB83-45C4-B659-016E3A2C1FF6}" type="presParOf" srcId="{3E15BB8B-554B-4DBE-BE7A-5BDB31DB12B1}" destId="{4525A83E-6389-4DA0-85CA-9C913DEABF72}" srcOrd="1" destOrd="0" presId="urn:microsoft.com/office/officeart/2018/2/layout/IconCircleList"/>
    <dgm:cxn modelId="{E029B516-FD2D-475B-8FBF-8E47347B5410}" type="presParOf" srcId="{3E15BB8B-554B-4DBE-BE7A-5BDB31DB12B1}" destId="{D2AE879F-C31A-439B-950E-77BB15955F93}" srcOrd="2" destOrd="0" presId="urn:microsoft.com/office/officeart/2018/2/layout/IconCircleList"/>
    <dgm:cxn modelId="{4A0BD1A0-21A5-4B25-B5D4-60A16D8390B9}" type="presParOf" srcId="{3E15BB8B-554B-4DBE-BE7A-5BDB31DB12B1}" destId="{11D9C569-A29F-4192-9764-897667581942}" srcOrd="3" destOrd="0" presId="urn:microsoft.com/office/officeart/2018/2/layout/IconCircleList"/>
    <dgm:cxn modelId="{17D0AB1E-6CDD-43ED-B29B-EB7A58CE797B}" type="presParOf" srcId="{035BCDDD-3064-4699-B5E7-F3088D80C7E9}" destId="{76240E44-B90C-416A-9CF2-814227D618CF}" srcOrd="5" destOrd="0" presId="urn:microsoft.com/office/officeart/2018/2/layout/IconCircleList"/>
    <dgm:cxn modelId="{477B6C00-C2C9-4CAE-944D-16952EADF546}" type="presParOf" srcId="{035BCDDD-3064-4699-B5E7-F3088D80C7E9}" destId="{2851B9EB-597C-4BF3-9A0F-8438C4E6DCA3}" srcOrd="6" destOrd="0" presId="urn:microsoft.com/office/officeart/2018/2/layout/IconCircleList"/>
    <dgm:cxn modelId="{B9D90C80-3FAE-4CC3-92D4-E7DF9400B57B}" type="presParOf" srcId="{2851B9EB-597C-4BF3-9A0F-8438C4E6DCA3}" destId="{B2147558-7F9A-4577-8FDE-B74663C40A56}" srcOrd="0" destOrd="0" presId="urn:microsoft.com/office/officeart/2018/2/layout/IconCircleList"/>
    <dgm:cxn modelId="{D860AEFA-0F1E-4658-84BB-D2635FF0FDEB}" type="presParOf" srcId="{2851B9EB-597C-4BF3-9A0F-8438C4E6DCA3}" destId="{AC9FEB2E-0AC2-4F6B-9B60-754531D3AD9C}" srcOrd="1" destOrd="0" presId="urn:microsoft.com/office/officeart/2018/2/layout/IconCircleList"/>
    <dgm:cxn modelId="{471BAF43-3D95-44D9-9833-F2CFB864A534}" type="presParOf" srcId="{2851B9EB-597C-4BF3-9A0F-8438C4E6DCA3}" destId="{BECF8189-429C-47B0-BA87-501BC3E63125}" srcOrd="2" destOrd="0" presId="urn:microsoft.com/office/officeart/2018/2/layout/IconCircleList"/>
    <dgm:cxn modelId="{D43A39DB-C483-4629-89EB-BFE4C176949D}" type="presParOf" srcId="{2851B9EB-597C-4BF3-9A0F-8438C4E6DCA3}" destId="{3CB5AF74-79A1-4A11-AC06-84D28BE0939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D3B58A5-C270-4160-9CA9-AE1539A9AF49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C75FB8C-79F1-430F-A4BC-FB2B9F17F465}">
      <dgm:prSet/>
      <dgm:spPr/>
      <dgm:t>
        <a:bodyPr/>
        <a:lstStyle/>
        <a:p>
          <a:r>
            <a:rPr lang="en-US"/>
            <a:t>Monitor and mitigate</a:t>
          </a:r>
        </a:p>
      </dgm:t>
    </dgm:pt>
    <dgm:pt modelId="{2F631AE7-3717-4512-8D8C-36F849B30E7B}" type="parTrans" cxnId="{12545986-F313-4093-9783-A5CE01368FC0}">
      <dgm:prSet/>
      <dgm:spPr/>
      <dgm:t>
        <a:bodyPr/>
        <a:lstStyle/>
        <a:p>
          <a:endParaRPr lang="en-US"/>
        </a:p>
      </dgm:t>
    </dgm:pt>
    <dgm:pt modelId="{21420330-5BBC-4A6E-A55F-0CE9E0154914}" type="sibTrans" cxnId="{12545986-F313-4093-9783-A5CE01368FC0}">
      <dgm:prSet/>
      <dgm:spPr/>
      <dgm:t>
        <a:bodyPr/>
        <a:lstStyle/>
        <a:p>
          <a:endParaRPr lang="en-US"/>
        </a:p>
      </dgm:t>
    </dgm:pt>
    <dgm:pt modelId="{9283CB07-C49A-43A1-944F-0256879F3F41}">
      <dgm:prSet/>
      <dgm:spPr/>
      <dgm:t>
        <a:bodyPr/>
        <a:lstStyle/>
        <a:p>
          <a:r>
            <a:rPr lang="en-US"/>
            <a:t>Monitor and mitigate bias in AI training data and predictions.</a:t>
          </a:r>
        </a:p>
      </dgm:t>
    </dgm:pt>
    <dgm:pt modelId="{D7649F04-F5BE-4B43-AEED-338F3CDBF729}" type="parTrans" cxnId="{197B5153-4576-4455-ADEF-653860868143}">
      <dgm:prSet/>
      <dgm:spPr/>
      <dgm:t>
        <a:bodyPr/>
        <a:lstStyle/>
        <a:p>
          <a:endParaRPr lang="en-US"/>
        </a:p>
      </dgm:t>
    </dgm:pt>
    <dgm:pt modelId="{5087A1EA-599B-4DFB-87E9-30F6CB61A001}" type="sibTrans" cxnId="{197B5153-4576-4455-ADEF-653860868143}">
      <dgm:prSet/>
      <dgm:spPr/>
      <dgm:t>
        <a:bodyPr/>
        <a:lstStyle/>
        <a:p>
          <a:endParaRPr lang="en-US"/>
        </a:p>
      </dgm:t>
    </dgm:pt>
    <dgm:pt modelId="{B9379BBD-8A41-4EC3-9015-7198F0986A34}">
      <dgm:prSet/>
      <dgm:spPr/>
      <dgm:t>
        <a:bodyPr/>
        <a:lstStyle/>
        <a:p>
          <a:r>
            <a:rPr lang="en-US"/>
            <a:t>Implement</a:t>
          </a:r>
        </a:p>
      </dgm:t>
    </dgm:pt>
    <dgm:pt modelId="{FC5E0F07-7749-4770-ADA5-51E8330C0ED0}" type="parTrans" cxnId="{3F05799F-1C29-409F-B209-AB9710999EE0}">
      <dgm:prSet/>
      <dgm:spPr/>
      <dgm:t>
        <a:bodyPr/>
        <a:lstStyle/>
        <a:p>
          <a:endParaRPr lang="en-US"/>
        </a:p>
      </dgm:t>
    </dgm:pt>
    <dgm:pt modelId="{270C426D-D77F-402F-867A-1F5A4CE8E88C}" type="sibTrans" cxnId="{3F05799F-1C29-409F-B209-AB9710999EE0}">
      <dgm:prSet/>
      <dgm:spPr/>
      <dgm:t>
        <a:bodyPr/>
        <a:lstStyle/>
        <a:p>
          <a:endParaRPr lang="en-US"/>
        </a:p>
      </dgm:t>
    </dgm:pt>
    <dgm:pt modelId="{BA951D27-944A-4F98-80B6-36AE9D9101C6}">
      <dgm:prSet/>
      <dgm:spPr/>
      <dgm:t>
        <a:bodyPr/>
        <a:lstStyle/>
        <a:p>
          <a:r>
            <a:rPr lang="en-US"/>
            <a:t>Implement explainable AI to improve transparency and trust.</a:t>
          </a:r>
        </a:p>
      </dgm:t>
    </dgm:pt>
    <dgm:pt modelId="{879EDA9F-7700-4913-AB53-5C87C943364B}" type="parTrans" cxnId="{377B424C-B114-4E3E-BBDF-6D81EEA090A4}">
      <dgm:prSet/>
      <dgm:spPr/>
      <dgm:t>
        <a:bodyPr/>
        <a:lstStyle/>
        <a:p>
          <a:endParaRPr lang="en-US"/>
        </a:p>
      </dgm:t>
    </dgm:pt>
    <dgm:pt modelId="{DEB691A2-148D-45CF-8DD6-A443FD0649E3}" type="sibTrans" cxnId="{377B424C-B114-4E3E-BBDF-6D81EEA090A4}">
      <dgm:prSet/>
      <dgm:spPr/>
      <dgm:t>
        <a:bodyPr/>
        <a:lstStyle/>
        <a:p>
          <a:endParaRPr lang="en-US"/>
        </a:p>
      </dgm:t>
    </dgm:pt>
    <dgm:pt modelId="{99600826-7451-4B39-AD54-473D384C14AD}">
      <dgm:prSet/>
      <dgm:spPr/>
      <dgm:t>
        <a:bodyPr/>
        <a:lstStyle/>
        <a:p>
          <a:r>
            <a:rPr lang="en-US"/>
            <a:t>Conduct</a:t>
          </a:r>
        </a:p>
      </dgm:t>
    </dgm:pt>
    <dgm:pt modelId="{C432D79F-EE9F-4A0C-87F4-7A8FA684EF88}" type="parTrans" cxnId="{BC2DF1D3-12A7-44C8-A8AB-6447441537BB}">
      <dgm:prSet/>
      <dgm:spPr/>
      <dgm:t>
        <a:bodyPr/>
        <a:lstStyle/>
        <a:p>
          <a:endParaRPr lang="en-US"/>
        </a:p>
      </dgm:t>
    </dgm:pt>
    <dgm:pt modelId="{BA021BF2-E634-4C93-B6D3-183BCCA1D027}" type="sibTrans" cxnId="{BC2DF1D3-12A7-44C8-A8AB-6447441537BB}">
      <dgm:prSet/>
      <dgm:spPr/>
      <dgm:t>
        <a:bodyPr/>
        <a:lstStyle/>
        <a:p>
          <a:endParaRPr lang="en-US"/>
        </a:p>
      </dgm:t>
    </dgm:pt>
    <dgm:pt modelId="{3E5447EE-A1E0-428B-9E70-4640DD1D5225}">
      <dgm:prSet/>
      <dgm:spPr/>
      <dgm:t>
        <a:bodyPr/>
        <a:lstStyle/>
        <a:p>
          <a:r>
            <a:rPr lang="en-US"/>
            <a:t>Conduct regular audits and fairness evaluations.</a:t>
          </a:r>
        </a:p>
      </dgm:t>
    </dgm:pt>
    <dgm:pt modelId="{D1ADF973-E615-4F77-9AF6-E8430EE259A7}" type="parTrans" cxnId="{EB0CCAA5-ABA1-419F-AE2B-6869A4CFF770}">
      <dgm:prSet/>
      <dgm:spPr/>
      <dgm:t>
        <a:bodyPr/>
        <a:lstStyle/>
        <a:p>
          <a:endParaRPr lang="en-US"/>
        </a:p>
      </dgm:t>
    </dgm:pt>
    <dgm:pt modelId="{F5B091AB-3DCE-4D50-93C7-2B3DF1A11324}" type="sibTrans" cxnId="{EB0CCAA5-ABA1-419F-AE2B-6869A4CFF770}">
      <dgm:prSet/>
      <dgm:spPr/>
      <dgm:t>
        <a:bodyPr/>
        <a:lstStyle/>
        <a:p>
          <a:endParaRPr lang="en-US"/>
        </a:p>
      </dgm:t>
    </dgm:pt>
    <dgm:pt modelId="{32A8FEAA-6118-42B9-BF31-4BB090333119}">
      <dgm:prSet/>
      <dgm:spPr/>
      <dgm:t>
        <a:bodyPr/>
        <a:lstStyle/>
        <a:p>
          <a:r>
            <a:rPr lang="en-US"/>
            <a:t>Maintain</a:t>
          </a:r>
        </a:p>
      </dgm:t>
    </dgm:pt>
    <dgm:pt modelId="{2E804DA5-030C-41D5-A3CB-31BE3AE686B2}" type="parTrans" cxnId="{D8268FC4-F6BE-4840-9D29-C73E6CE6F7A7}">
      <dgm:prSet/>
      <dgm:spPr/>
      <dgm:t>
        <a:bodyPr/>
        <a:lstStyle/>
        <a:p>
          <a:endParaRPr lang="en-US"/>
        </a:p>
      </dgm:t>
    </dgm:pt>
    <dgm:pt modelId="{B290AB9F-7AFF-4511-83EC-BCE436398E7D}" type="sibTrans" cxnId="{D8268FC4-F6BE-4840-9D29-C73E6CE6F7A7}">
      <dgm:prSet/>
      <dgm:spPr/>
      <dgm:t>
        <a:bodyPr/>
        <a:lstStyle/>
        <a:p>
          <a:endParaRPr lang="en-US"/>
        </a:p>
      </dgm:t>
    </dgm:pt>
    <dgm:pt modelId="{3531AFF4-0032-4D9F-9509-55E9625F1113}">
      <dgm:prSet/>
      <dgm:spPr/>
      <dgm:t>
        <a:bodyPr/>
        <a:lstStyle/>
        <a:p>
          <a:r>
            <a:rPr lang="en-US"/>
            <a:t>Maintain strong governance standards for compliance and accountability.</a:t>
          </a:r>
        </a:p>
      </dgm:t>
    </dgm:pt>
    <dgm:pt modelId="{F0D04E97-5427-45E1-AD1B-8EEAFCD0F8FF}" type="parTrans" cxnId="{06B24485-800A-441F-8355-261621D21EC0}">
      <dgm:prSet/>
      <dgm:spPr/>
      <dgm:t>
        <a:bodyPr/>
        <a:lstStyle/>
        <a:p>
          <a:endParaRPr lang="en-US"/>
        </a:p>
      </dgm:t>
    </dgm:pt>
    <dgm:pt modelId="{9757223C-029C-462F-A8AF-A2627B022CEF}" type="sibTrans" cxnId="{06B24485-800A-441F-8355-261621D21EC0}">
      <dgm:prSet/>
      <dgm:spPr/>
      <dgm:t>
        <a:bodyPr/>
        <a:lstStyle/>
        <a:p>
          <a:endParaRPr lang="en-US"/>
        </a:p>
      </dgm:t>
    </dgm:pt>
    <dgm:pt modelId="{BAB7D472-9FDD-45EE-B47A-887981AB8898}" type="pres">
      <dgm:prSet presAssocID="{7D3B58A5-C270-4160-9CA9-AE1539A9AF49}" presName="Name0" presStyleCnt="0">
        <dgm:presLayoutVars>
          <dgm:dir/>
          <dgm:animLvl val="lvl"/>
          <dgm:resizeHandles val="exact"/>
        </dgm:presLayoutVars>
      </dgm:prSet>
      <dgm:spPr/>
    </dgm:pt>
    <dgm:pt modelId="{B4C001FD-CA49-45E3-9A06-D479CAB8E281}" type="pres">
      <dgm:prSet presAssocID="{8C75FB8C-79F1-430F-A4BC-FB2B9F17F465}" presName="composite" presStyleCnt="0"/>
      <dgm:spPr/>
    </dgm:pt>
    <dgm:pt modelId="{71C63809-02C9-433C-9472-6C624C75CDAA}" type="pres">
      <dgm:prSet presAssocID="{8C75FB8C-79F1-430F-A4BC-FB2B9F17F465}" presName="parTx" presStyleLbl="alignNode1" presStyleIdx="0" presStyleCnt="4">
        <dgm:presLayoutVars>
          <dgm:chMax val="0"/>
          <dgm:chPref val="0"/>
        </dgm:presLayoutVars>
      </dgm:prSet>
      <dgm:spPr/>
    </dgm:pt>
    <dgm:pt modelId="{38CF4321-A725-4B7D-B5FA-250F3F4DBE7A}" type="pres">
      <dgm:prSet presAssocID="{8C75FB8C-79F1-430F-A4BC-FB2B9F17F465}" presName="desTx" presStyleLbl="alignAccFollowNode1" presStyleIdx="0" presStyleCnt="4">
        <dgm:presLayoutVars/>
      </dgm:prSet>
      <dgm:spPr/>
    </dgm:pt>
    <dgm:pt modelId="{B2E5D2C7-1C4C-43A1-AB3B-535B90C9F84D}" type="pres">
      <dgm:prSet presAssocID="{21420330-5BBC-4A6E-A55F-0CE9E0154914}" presName="space" presStyleCnt="0"/>
      <dgm:spPr/>
    </dgm:pt>
    <dgm:pt modelId="{CDAC2578-EA48-4717-9BBD-E4A3FA75B80E}" type="pres">
      <dgm:prSet presAssocID="{B9379BBD-8A41-4EC3-9015-7198F0986A34}" presName="composite" presStyleCnt="0"/>
      <dgm:spPr/>
    </dgm:pt>
    <dgm:pt modelId="{2D3369EE-8D85-459C-8837-3BACCC74A794}" type="pres">
      <dgm:prSet presAssocID="{B9379BBD-8A41-4EC3-9015-7198F0986A34}" presName="parTx" presStyleLbl="alignNode1" presStyleIdx="1" presStyleCnt="4">
        <dgm:presLayoutVars>
          <dgm:chMax val="0"/>
          <dgm:chPref val="0"/>
        </dgm:presLayoutVars>
      </dgm:prSet>
      <dgm:spPr/>
    </dgm:pt>
    <dgm:pt modelId="{D4E3C683-643F-4246-8C13-5C814D5DCAD2}" type="pres">
      <dgm:prSet presAssocID="{B9379BBD-8A41-4EC3-9015-7198F0986A34}" presName="desTx" presStyleLbl="alignAccFollowNode1" presStyleIdx="1" presStyleCnt="4">
        <dgm:presLayoutVars/>
      </dgm:prSet>
      <dgm:spPr/>
    </dgm:pt>
    <dgm:pt modelId="{27889F83-E80E-45F7-9EC4-5270031FE443}" type="pres">
      <dgm:prSet presAssocID="{270C426D-D77F-402F-867A-1F5A4CE8E88C}" presName="space" presStyleCnt="0"/>
      <dgm:spPr/>
    </dgm:pt>
    <dgm:pt modelId="{E9870379-1F9C-47EF-8938-F34C2D2A78CD}" type="pres">
      <dgm:prSet presAssocID="{99600826-7451-4B39-AD54-473D384C14AD}" presName="composite" presStyleCnt="0"/>
      <dgm:spPr/>
    </dgm:pt>
    <dgm:pt modelId="{F694EDB1-23A8-4338-B1A7-A7EFD3D68829}" type="pres">
      <dgm:prSet presAssocID="{99600826-7451-4B39-AD54-473D384C14AD}" presName="parTx" presStyleLbl="alignNode1" presStyleIdx="2" presStyleCnt="4">
        <dgm:presLayoutVars>
          <dgm:chMax val="0"/>
          <dgm:chPref val="0"/>
        </dgm:presLayoutVars>
      </dgm:prSet>
      <dgm:spPr/>
    </dgm:pt>
    <dgm:pt modelId="{187C8B4F-C832-4BFC-A308-4567DC697DDE}" type="pres">
      <dgm:prSet presAssocID="{99600826-7451-4B39-AD54-473D384C14AD}" presName="desTx" presStyleLbl="alignAccFollowNode1" presStyleIdx="2" presStyleCnt="4">
        <dgm:presLayoutVars/>
      </dgm:prSet>
      <dgm:spPr/>
    </dgm:pt>
    <dgm:pt modelId="{47745333-DBC6-4DB4-9A21-6EF134F55096}" type="pres">
      <dgm:prSet presAssocID="{BA021BF2-E634-4C93-B6D3-183BCCA1D027}" presName="space" presStyleCnt="0"/>
      <dgm:spPr/>
    </dgm:pt>
    <dgm:pt modelId="{12FD226B-3439-4CE7-ADE5-23570FE06772}" type="pres">
      <dgm:prSet presAssocID="{32A8FEAA-6118-42B9-BF31-4BB090333119}" presName="composite" presStyleCnt="0"/>
      <dgm:spPr/>
    </dgm:pt>
    <dgm:pt modelId="{45531621-D511-40EE-89DF-7475FD8EC43E}" type="pres">
      <dgm:prSet presAssocID="{32A8FEAA-6118-42B9-BF31-4BB090333119}" presName="parTx" presStyleLbl="alignNode1" presStyleIdx="3" presStyleCnt="4">
        <dgm:presLayoutVars>
          <dgm:chMax val="0"/>
          <dgm:chPref val="0"/>
        </dgm:presLayoutVars>
      </dgm:prSet>
      <dgm:spPr/>
    </dgm:pt>
    <dgm:pt modelId="{AAD978A3-BC08-4781-A993-AD68FC5E1106}" type="pres">
      <dgm:prSet presAssocID="{32A8FEAA-6118-42B9-BF31-4BB090333119}" presName="desTx" presStyleLbl="alignAccFollowNode1" presStyleIdx="3" presStyleCnt="4">
        <dgm:presLayoutVars/>
      </dgm:prSet>
      <dgm:spPr/>
    </dgm:pt>
  </dgm:ptLst>
  <dgm:cxnLst>
    <dgm:cxn modelId="{BF87CA0D-F98B-4F35-ADED-50102759C08C}" type="presOf" srcId="{3531AFF4-0032-4D9F-9509-55E9625F1113}" destId="{AAD978A3-BC08-4781-A993-AD68FC5E1106}" srcOrd="0" destOrd="0" presId="urn:microsoft.com/office/officeart/2016/7/layout/HorizontalActionList"/>
    <dgm:cxn modelId="{C6FF9A27-D0B8-4EC3-B86C-B89040C177A9}" type="presOf" srcId="{3E5447EE-A1E0-428B-9E70-4640DD1D5225}" destId="{187C8B4F-C832-4BFC-A308-4567DC697DDE}" srcOrd="0" destOrd="0" presId="urn:microsoft.com/office/officeart/2016/7/layout/HorizontalActionList"/>
    <dgm:cxn modelId="{D2821236-7039-4771-B05B-90229C805C04}" type="presOf" srcId="{B9379BBD-8A41-4EC3-9015-7198F0986A34}" destId="{2D3369EE-8D85-459C-8837-3BACCC74A794}" srcOrd="0" destOrd="0" presId="urn:microsoft.com/office/officeart/2016/7/layout/HorizontalActionList"/>
    <dgm:cxn modelId="{9BC9AD63-913E-487E-8EA7-ADBBF55B1000}" type="presOf" srcId="{7D3B58A5-C270-4160-9CA9-AE1539A9AF49}" destId="{BAB7D472-9FDD-45EE-B47A-887981AB8898}" srcOrd="0" destOrd="0" presId="urn:microsoft.com/office/officeart/2016/7/layout/HorizontalActionList"/>
    <dgm:cxn modelId="{377B424C-B114-4E3E-BBDF-6D81EEA090A4}" srcId="{B9379BBD-8A41-4EC3-9015-7198F0986A34}" destId="{BA951D27-944A-4F98-80B6-36AE9D9101C6}" srcOrd="0" destOrd="0" parTransId="{879EDA9F-7700-4913-AB53-5C87C943364B}" sibTransId="{DEB691A2-148D-45CF-8DD6-A443FD0649E3}"/>
    <dgm:cxn modelId="{F3817B72-E476-4C5E-9C12-214239F5E48A}" type="presOf" srcId="{8C75FB8C-79F1-430F-A4BC-FB2B9F17F465}" destId="{71C63809-02C9-433C-9472-6C624C75CDAA}" srcOrd="0" destOrd="0" presId="urn:microsoft.com/office/officeart/2016/7/layout/HorizontalActionList"/>
    <dgm:cxn modelId="{197B5153-4576-4455-ADEF-653860868143}" srcId="{8C75FB8C-79F1-430F-A4BC-FB2B9F17F465}" destId="{9283CB07-C49A-43A1-944F-0256879F3F41}" srcOrd="0" destOrd="0" parTransId="{D7649F04-F5BE-4B43-AEED-338F3CDBF729}" sibTransId="{5087A1EA-599B-4DFB-87E9-30F6CB61A001}"/>
    <dgm:cxn modelId="{F388BF7C-D284-4CC1-BD47-ED303F1B34A8}" type="presOf" srcId="{99600826-7451-4B39-AD54-473D384C14AD}" destId="{F694EDB1-23A8-4338-B1A7-A7EFD3D68829}" srcOrd="0" destOrd="0" presId="urn:microsoft.com/office/officeart/2016/7/layout/HorizontalActionList"/>
    <dgm:cxn modelId="{06B24485-800A-441F-8355-261621D21EC0}" srcId="{32A8FEAA-6118-42B9-BF31-4BB090333119}" destId="{3531AFF4-0032-4D9F-9509-55E9625F1113}" srcOrd="0" destOrd="0" parTransId="{F0D04E97-5427-45E1-AD1B-8EEAFCD0F8FF}" sibTransId="{9757223C-029C-462F-A8AF-A2627B022CEF}"/>
    <dgm:cxn modelId="{12545986-F313-4093-9783-A5CE01368FC0}" srcId="{7D3B58A5-C270-4160-9CA9-AE1539A9AF49}" destId="{8C75FB8C-79F1-430F-A4BC-FB2B9F17F465}" srcOrd="0" destOrd="0" parTransId="{2F631AE7-3717-4512-8D8C-36F849B30E7B}" sibTransId="{21420330-5BBC-4A6E-A55F-0CE9E0154914}"/>
    <dgm:cxn modelId="{3F05799F-1C29-409F-B209-AB9710999EE0}" srcId="{7D3B58A5-C270-4160-9CA9-AE1539A9AF49}" destId="{B9379BBD-8A41-4EC3-9015-7198F0986A34}" srcOrd="1" destOrd="0" parTransId="{FC5E0F07-7749-4770-ADA5-51E8330C0ED0}" sibTransId="{270C426D-D77F-402F-867A-1F5A4CE8E88C}"/>
    <dgm:cxn modelId="{EB0CCAA5-ABA1-419F-AE2B-6869A4CFF770}" srcId="{99600826-7451-4B39-AD54-473D384C14AD}" destId="{3E5447EE-A1E0-428B-9E70-4640DD1D5225}" srcOrd="0" destOrd="0" parTransId="{D1ADF973-E615-4F77-9AF6-E8430EE259A7}" sibTransId="{F5B091AB-3DCE-4D50-93C7-2B3DF1A11324}"/>
    <dgm:cxn modelId="{34C1EDB9-B3E4-4FA9-A3D2-D4DB927BD2A3}" type="presOf" srcId="{BA951D27-944A-4F98-80B6-36AE9D9101C6}" destId="{D4E3C683-643F-4246-8C13-5C814D5DCAD2}" srcOrd="0" destOrd="0" presId="urn:microsoft.com/office/officeart/2016/7/layout/HorizontalActionList"/>
    <dgm:cxn modelId="{198BA7C3-12B4-4521-9488-877BC6F7059D}" type="presOf" srcId="{32A8FEAA-6118-42B9-BF31-4BB090333119}" destId="{45531621-D511-40EE-89DF-7475FD8EC43E}" srcOrd="0" destOrd="0" presId="urn:microsoft.com/office/officeart/2016/7/layout/HorizontalActionList"/>
    <dgm:cxn modelId="{D8268FC4-F6BE-4840-9D29-C73E6CE6F7A7}" srcId="{7D3B58A5-C270-4160-9CA9-AE1539A9AF49}" destId="{32A8FEAA-6118-42B9-BF31-4BB090333119}" srcOrd="3" destOrd="0" parTransId="{2E804DA5-030C-41D5-A3CB-31BE3AE686B2}" sibTransId="{B290AB9F-7AFF-4511-83EC-BCE436398E7D}"/>
    <dgm:cxn modelId="{BC2DF1D3-12A7-44C8-A8AB-6447441537BB}" srcId="{7D3B58A5-C270-4160-9CA9-AE1539A9AF49}" destId="{99600826-7451-4B39-AD54-473D384C14AD}" srcOrd="2" destOrd="0" parTransId="{C432D79F-EE9F-4A0C-87F4-7A8FA684EF88}" sibTransId="{BA021BF2-E634-4C93-B6D3-183BCCA1D027}"/>
    <dgm:cxn modelId="{86F689F3-5CC7-4FF6-AA91-0C57C3D46D26}" type="presOf" srcId="{9283CB07-C49A-43A1-944F-0256879F3F41}" destId="{38CF4321-A725-4B7D-B5FA-250F3F4DBE7A}" srcOrd="0" destOrd="0" presId="urn:microsoft.com/office/officeart/2016/7/layout/HorizontalActionList"/>
    <dgm:cxn modelId="{B78D21F3-5E4E-4E56-8160-C42FEEDF1506}" type="presParOf" srcId="{BAB7D472-9FDD-45EE-B47A-887981AB8898}" destId="{B4C001FD-CA49-45E3-9A06-D479CAB8E281}" srcOrd="0" destOrd="0" presId="urn:microsoft.com/office/officeart/2016/7/layout/HorizontalActionList"/>
    <dgm:cxn modelId="{B6395E7B-4BDF-4EA7-BEA4-7CAF665D2024}" type="presParOf" srcId="{B4C001FD-CA49-45E3-9A06-D479CAB8E281}" destId="{71C63809-02C9-433C-9472-6C624C75CDAA}" srcOrd="0" destOrd="0" presId="urn:microsoft.com/office/officeart/2016/7/layout/HorizontalActionList"/>
    <dgm:cxn modelId="{F217B1CC-F107-4FAF-A7E5-0285A665FBFE}" type="presParOf" srcId="{B4C001FD-CA49-45E3-9A06-D479CAB8E281}" destId="{38CF4321-A725-4B7D-B5FA-250F3F4DBE7A}" srcOrd="1" destOrd="0" presId="urn:microsoft.com/office/officeart/2016/7/layout/HorizontalActionList"/>
    <dgm:cxn modelId="{B8006A15-145D-4DE7-AF07-6AF3C1A3928F}" type="presParOf" srcId="{BAB7D472-9FDD-45EE-B47A-887981AB8898}" destId="{B2E5D2C7-1C4C-43A1-AB3B-535B90C9F84D}" srcOrd="1" destOrd="0" presId="urn:microsoft.com/office/officeart/2016/7/layout/HorizontalActionList"/>
    <dgm:cxn modelId="{8E661BB8-4EBB-459F-B439-F4B13B1BDE95}" type="presParOf" srcId="{BAB7D472-9FDD-45EE-B47A-887981AB8898}" destId="{CDAC2578-EA48-4717-9BBD-E4A3FA75B80E}" srcOrd="2" destOrd="0" presId="urn:microsoft.com/office/officeart/2016/7/layout/HorizontalActionList"/>
    <dgm:cxn modelId="{5591E18A-7034-4E91-B213-9F2ECBE3CEA4}" type="presParOf" srcId="{CDAC2578-EA48-4717-9BBD-E4A3FA75B80E}" destId="{2D3369EE-8D85-459C-8837-3BACCC74A794}" srcOrd="0" destOrd="0" presId="urn:microsoft.com/office/officeart/2016/7/layout/HorizontalActionList"/>
    <dgm:cxn modelId="{A0DD8948-0CEC-4688-82FB-C09A31EAE990}" type="presParOf" srcId="{CDAC2578-EA48-4717-9BBD-E4A3FA75B80E}" destId="{D4E3C683-643F-4246-8C13-5C814D5DCAD2}" srcOrd="1" destOrd="0" presId="urn:microsoft.com/office/officeart/2016/7/layout/HorizontalActionList"/>
    <dgm:cxn modelId="{8B0AB9EC-E870-4E6D-8212-95AF6D3B2AF5}" type="presParOf" srcId="{BAB7D472-9FDD-45EE-B47A-887981AB8898}" destId="{27889F83-E80E-45F7-9EC4-5270031FE443}" srcOrd="3" destOrd="0" presId="urn:microsoft.com/office/officeart/2016/7/layout/HorizontalActionList"/>
    <dgm:cxn modelId="{5F408560-9955-441C-BC4E-A1E67E149232}" type="presParOf" srcId="{BAB7D472-9FDD-45EE-B47A-887981AB8898}" destId="{E9870379-1F9C-47EF-8938-F34C2D2A78CD}" srcOrd="4" destOrd="0" presId="urn:microsoft.com/office/officeart/2016/7/layout/HorizontalActionList"/>
    <dgm:cxn modelId="{F631AF53-2D1D-4C3B-8242-7432B9264F05}" type="presParOf" srcId="{E9870379-1F9C-47EF-8938-F34C2D2A78CD}" destId="{F694EDB1-23A8-4338-B1A7-A7EFD3D68829}" srcOrd="0" destOrd="0" presId="urn:microsoft.com/office/officeart/2016/7/layout/HorizontalActionList"/>
    <dgm:cxn modelId="{0F2CBA89-8539-4700-BC37-F5DA070BDB5B}" type="presParOf" srcId="{E9870379-1F9C-47EF-8938-F34C2D2A78CD}" destId="{187C8B4F-C832-4BFC-A308-4567DC697DDE}" srcOrd="1" destOrd="0" presId="urn:microsoft.com/office/officeart/2016/7/layout/HorizontalActionList"/>
    <dgm:cxn modelId="{8FDAA45F-C08F-48CD-A131-BCB69DB09DDE}" type="presParOf" srcId="{BAB7D472-9FDD-45EE-B47A-887981AB8898}" destId="{47745333-DBC6-4DB4-9A21-6EF134F55096}" srcOrd="5" destOrd="0" presId="urn:microsoft.com/office/officeart/2016/7/layout/HorizontalActionList"/>
    <dgm:cxn modelId="{89F57765-C4C4-4690-9AA5-D2CF4F52F05B}" type="presParOf" srcId="{BAB7D472-9FDD-45EE-B47A-887981AB8898}" destId="{12FD226B-3439-4CE7-ADE5-23570FE06772}" srcOrd="6" destOrd="0" presId="urn:microsoft.com/office/officeart/2016/7/layout/HorizontalActionList"/>
    <dgm:cxn modelId="{41CEB471-8968-4FF1-B91C-629C489C7C3B}" type="presParOf" srcId="{12FD226B-3439-4CE7-ADE5-23570FE06772}" destId="{45531621-D511-40EE-89DF-7475FD8EC43E}" srcOrd="0" destOrd="0" presId="urn:microsoft.com/office/officeart/2016/7/layout/HorizontalActionList"/>
    <dgm:cxn modelId="{70AF5C27-05D1-404A-A11A-3807365230D5}" type="presParOf" srcId="{12FD226B-3439-4CE7-ADE5-23570FE06772}" destId="{AAD978A3-BC08-4781-A993-AD68FC5E1106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DF5D1F9-F973-4CE7-80D5-12CAC4DE752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1C6DA6-8FD8-4BEE-8E2F-B0CED3C2BD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A/B testing to compare AI-based fraud detection with the existing rule-based system.</a:t>
          </a:r>
        </a:p>
      </dgm:t>
    </dgm:pt>
    <dgm:pt modelId="{79E0315A-EF5F-4BBE-B980-9A837533D230}" type="parTrans" cxnId="{04680211-F933-4EC7-BDB6-87E012F348EF}">
      <dgm:prSet/>
      <dgm:spPr/>
      <dgm:t>
        <a:bodyPr/>
        <a:lstStyle/>
        <a:p>
          <a:endParaRPr lang="en-US"/>
        </a:p>
      </dgm:t>
    </dgm:pt>
    <dgm:pt modelId="{17855BCC-8EAE-4DFA-9785-B21ED6D636A0}" type="sibTrans" cxnId="{04680211-F933-4EC7-BDB6-87E012F348EF}">
      <dgm:prSet/>
      <dgm:spPr/>
      <dgm:t>
        <a:bodyPr/>
        <a:lstStyle/>
        <a:p>
          <a:endParaRPr lang="en-US"/>
        </a:p>
      </dgm:t>
    </dgm:pt>
    <dgm:pt modelId="{0CEA3D6F-79AD-4C41-A08C-6039E0CADE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Measure precision, recall, operational efficiency, and financial impact.</a:t>
          </a:r>
        </a:p>
      </dgm:t>
    </dgm:pt>
    <dgm:pt modelId="{AECED098-E180-412D-BA58-B791D5808748}" type="parTrans" cxnId="{90B14431-038C-40A5-AAB7-5DFEF648420D}">
      <dgm:prSet/>
      <dgm:spPr/>
      <dgm:t>
        <a:bodyPr/>
        <a:lstStyle/>
        <a:p>
          <a:endParaRPr lang="en-US"/>
        </a:p>
      </dgm:t>
    </dgm:pt>
    <dgm:pt modelId="{06955379-4601-4E5C-8BA3-98331CBDD419}" type="sibTrans" cxnId="{90B14431-038C-40A5-AAB7-5DFEF648420D}">
      <dgm:prSet/>
      <dgm:spPr/>
      <dgm:t>
        <a:bodyPr/>
        <a:lstStyle/>
        <a:p>
          <a:endParaRPr lang="en-US"/>
        </a:p>
      </dgm:t>
    </dgm:pt>
    <dgm:pt modelId="{A2E97030-A053-4743-8CB8-31A732AC7A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Apply statistical analysis to validate performance improvements.</a:t>
          </a:r>
        </a:p>
      </dgm:t>
    </dgm:pt>
    <dgm:pt modelId="{D478768B-3E55-40FB-8859-F0F8E013CC60}" type="parTrans" cxnId="{9292BC34-1F10-4513-8BA0-CE5830358B0D}">
      <dgm:prSet/>
      <dgm:spPr/>
      <dgm:t>
        <a:bodyPr/>
        <a:lstStyle/>
        <a:p>
          <a:endParaRPr lang="en-US"/>
        </a:p>
      </dgm:t>
    </dgm:pt>
    <dgm:pt modelId="{994CB15F-5E57-4886-84BB-E00817BBEB38}" type="sibTrans" cxnId="{9292BC34-1F10-4513-8BA0-CE5830358B0D}">
      <dgm:prSet/>
      <dgm:spPr/>
      <dgm:t>
        <a:bodyPr/>
        <a:lstStyle/>
        <a:p>
          <a:endParaRPr lang="en-US"/>
        </a:p>
      </dgm:t>
    </dgm:pt>
    <dgm:pt modelId="{FC89998B-480D-462E-9F2B-626F74675A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Continuously refine and retrain models based on production feedback.</a:t>
          </a:r>
        </a:p>
      </dgm:t>
    </dgm:pt>
    <dgm:pt modelId="{8682F18D-4DF0-41DE-89AA-440259756BD3}" type="parTrans" cxnId="{DC4D8294-B55C-482B-BE42-B801228E732A}">
      <dgm:prSet/>
      <dgm:spPr/>
      <dgm:t>
        <a:bodyPr/>
        <a:lstStyle/>
        <a:p>
          <a:endParaRPr lang="en-US"/>
        </a:p>
      </dgm:t>
    </dgm:pt>
    <dgm:pt modelId="{E7C07B15-5530-4D57-BD05-6AC7E4246493}" type="sibTrans" cxnId="{DC4D8294-B55C-482B-BE42-B801228E732A}">
      <dgm:prSet/>
      <dgm:spPr/>
      <dgm:t>
        <a:bodyPr/>
        <a:lstStyle/>
        <a:p>
          <a:endParaRPr lang="en-US"/>
        </a:p>
      </dgm:t>
    </dgm:pt>
    <dgm:pt modelId="{99BAC0F2-50C5-4A32-84A5-F8518E79410D}" type="pres">
      <dgm:prSet presAssocID="{DDF5D1F9-F973-4CE7-80D5-12CAC4DE752D}" presName="root" presStyleCnt="0">
        <dgm:presLayoutVars>
          <dgm:dir/>
          <dgm:resizeHandles val="exact"/>
        </dgm:presLayoutVars>
      </dgm:prSet>
      <dgm:spPr/>
    </dgm:pt>
    <dgm:pt modelId="{43432048-F0D6-47EE-B72F-F24F53FA6706}" type="pres">
      <dgm:prSet presAssocID="{731C6DA6-8FD8-4BEE-8E2F-B0CED3C2BD21}" presName="compNode" presStyleCnt="0"/>
      <dgm:spPr/>
    </dgm:pt>
    <dgm:pt modelId="{BE1D4624-C944-4592-B4CE-9F23CAC72CAE}" type="pres">
      <dgm:prSet presAssocID="{731C6DA6-8FD8-4BEE-8E2F-B0CED3C2BD2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933C1B21-6ADF-4138-8294-F7EEC64C6231}" type="pres">
      <dgm:prSet presAssocID="{731C6DA6-8FD8-4BEE-8E2F-B0CED3C2BD21}" presName="spaceRect" presStyleCnt="0"/>
      <dgm:spPr/>
    </dgm:pt>
    <dgm:pt modelId="{9DED82E0-4F10-43D0-8166-85D9F129A41B}" type="pres">
      <dgm:prSet presAssocID="{731C6DA6-8FD8-4BEE-8E2F-B0CED3C2BD21}" presName="textRect" presStyleLbl="revTx" presStyleIdx="0" presStyleCnt="4">
        <dgm:presLayoutVars>
          <dgm:chMax val="1"/>
          <dgm:chPref val="1"/>
        </dgm:presLayoutVars>
      </dgm:prSet>
      <dgm:spPr/>
    </dgm:pt>
    <dgm:pt modelId="{F8BE5AA7-D8C7-46E4-948C-A334746BCC7A}" type="pres">
      <dgm:prSet presAssocID="{17855BCC-8EAE-4DFA-9785-B21ED6D636A0}" presName="sibTrans" presStyleCnt="0"/>
      <dgm:spPr/>
    </dgm:pt>
    <dgm:pt modelId="{1E22937C-0B25-4315-9B89-7822A078380A}" type="pres">
      <dgm:prSet presAssocID="{0CEA3D6F-79AD-4C41-A08C-6039E0CADEEC}" presName="compNode" presStyleCnt="0"/>
      <dgm:spPr/>
    </dgm:pt>
    <dgm:pt modelId="{29B7EB38-CEEE-4C5C-B495-301EE361E4B5}" type="pres">
      <dgm:prSet presAssocID="{0CEA3D6F-79AD-4C41-A08C-6039E0CADEE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E58DDD46-8DF6-477C-BBAF-93AFCD3BB5FB}" type="pres">
      <dgm:prSet presAssocID="{0CEA3D6F-79AD-4C41-A08C-6039E0CADEEC}" presName="spaceRect" presStyleCnt="0"/>
      <dgm:spPr/>
    </dgm:pt>
    <dgm:pt modelId="{7FE22A12-AD08-4217-8E75-B6877FFD8D53}" type="pres">
      <dgm:prSet presAssocID="{0CEA3D6F-79AD-4C41-A08C-6039E0CADEEC}" presName="textRect" presStyleLbl="revTx" presStyleIdx="1" presStyleCnt="4">
        <dgm:presLayoutVars>
          <dgm:chMax val="1"/>
          <dgm:chPref val="1"/>
        </dgm:presLayoutVars>
      </dgm:prSet>
      <dgm:spPr/>
    </dgm:pt>
    <dgm:pt modelId="{F234D147-64EC-46BB-AA7A-759A33AA1A06}" type="pres">
      <dgm:prSet presAssocID="{06955379-4601-4E5C-8BA3-98331CBDD419}" presName="sibTrans" presStyleCnt="0"/>
      <dgm:spPr/>
    </dgm:pt>
    <dgm:pt modelId="{CF18B063-5A48-4E8B-9529-6EE0A50C4CB4}" type="pres">
      <dgm:prSet presAssocID="{A2E97030-A053-4743-8CB8-31A732AC7A28}" presName="compNode" presStyleCnt="0"/>
      <dgm:spPr/>
    </dgm:pt>
    <dgm:pt modelId="{8717F599-3C7C-4690-A2FD-28F966A560B0}" type="pres">
      <dgm:prSet presAssocID="{A2E97030-A053-4743-8CB8-31A732AC7A2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D66905D-FFBD-4AC7-84E3-D9F5A68F9814}" type="pres">
      <dgm:prSet presAssocID="{A2E97030-A053-4743-8CB8-31A732AC7A28}" presName="spaceRect" presStyleCnt="0"/>
      <dgm:spPr/>
    </dgm:pt>
    <dgm:pt modelId="{05E9F600-0F6F-4FC0-92D5-9976D199722A}" type="pres">
      <dgm:prSet presAssocID="{A2E97030-A053-4743-8CB8-31A732AC7A28}" presName="textRect" presStyleLbl="revTx" presStyleIdx="2" presStyleCnt="4">
        <dgm:presLayoutVars>
          <dgm:chMax val="1"/>
          <dgm:chPref val="1"/>
        </dgm:presLayoutVars>
      </dgm:prSet>
      <dgm:spPr/>
    </dgm:pt>
    <dgm:pt modelId="{8BA52E32-1A0D-42B0-BEE0-B19E454732C9}" type="pres">
      <dgm:prSet presAssocID="{994CB15F-5E57-4886-84BB-E00817BBEB38}" presName="sibTrans" presStyleCnt="0"/>
      <dgm:spPr/>
    </dgm:pt>
    <dgm:pt modelId="{69320426-9C3F-4387-B20B-8F6CED7CB971}" type="pres">
      <dgm:prSet presAssocID="{FC89998B-480D-462E-9F2B-626F74675AAE}" presName="compNode" presStyleCnt="0"/>
      <dgm:spPr/>
    </dgm:pt>
    <dgm:pt modelId="{8C6C64B9-DEFB-44BC-9DCD-A6AF03654F25}" type="pres">
      <dgm:prSet presAssocID="{FC89998B-480D-462E-9F2B-626F74675AA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560895BE-2712-4401-9B3F-9BA208A9C1C8}" type="pres">
      <dgm:prSet presAssocID="{FC89998B-480D-462E-9F2B-626F74675AAE}" presName="spaceRect" presStyleCnt="0"/>
      <dgm:spPr/>
    </dgm:pt>
    <dgm:pt modelId="{D26B0FFE-B9D7-410B-8643-8B30783286B3}" type="pres">
      <dgm:prSet presAssocID="{FC89998B-480D-462E-9F2B-626F74675AA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4680211-F933-4EC7-BDB6-87E012F348EF}" srcId="{DDF5D1F9-F973-4CE7-80D5-12CAC4DE752D}" destId="{731C6DA6-8FD8-4BEE-8E2F-B0CED3C2BD21}" srcOrd="0" destOrd="0" parTransId="{79E0315A-EF5F-4BBE-B980-9A837533D230}" sibTransId="{17855BCC-8EAE-4DFA-9785-B21ED6D636A0}"/>
    <dgm:cxn modelId="{90B14431-038C-40A5-AAB7-5DFEF648420D}" srcId="{DDF5D1F9-F973-4CE7-80D5-12CAC4DE752D}" destId="{0CEA3D6F-79AD-4C41-A08C-6039E0CADEEC}" srcOrd="1" destOrd="0" parTransId="{AECED098-E180-412D-BA58-B791D5808748}" sibTransId="{06955379-4601-4E5C-8BA3-98331CBDD419}"/>
    <dgm:cxn modelId="{9292BC34-1F10-4513-8BA0-CE5830358B0D}" srcId="{DDF5D1F9-F973-4CE7-80D5-12CAC4DE752D}" destId="{A2E97030-A053-4743-8CB8-31A732AC7A28}" srcOrd="2" destOrd="0" parTransId="{D478768B-3E55-40FB-8859-F0F8E013CC60}" sibTransId="{994CB15F-5E57-4886-84BB-E00817BBEB38}"/>
    <dgm:cxn modelId="{375D4D35-1BB5-4EE5-9AF2-0CB2C1E977A4}" type="presOf" srcId="{FC89998B-480D-462E-9F2B-626F74675AAE}" destId="{D26B0FFE-B9D7-410B-8643-8B30783286B3}" srcOrd="0" destOrd="0" presId="urn:microsoft.com/office/officeart/2018/2/layout/IconLabelList"/>
    <dgm:cxn modelId="{89FA186B-9883-4A22-B4E2-576ADE71F995}" type="presOf" srcId="{A2E97030-A053-4743-8CB8-31A732AC7A28}" destId="{05E9F600-0F6F-4FC0-92D5-9976D199722A}" srcOrd="0" destOrd="0" presId="urn:microsoft.com/office/officeart/2018/2/layout/IconLabelList"/>
    <dgm:cxn modelId="{92A9DC4E-04E0-49CA-84D9-E1B722D4598F}" type="presOf" srcId="{DDF5D1F9-F973-4CE7-80D5-12CAC4DE752D}" destId="{99BAC0F2-50C5-4A32-84A5-F8518E79410D}" srcOrd="0" destOrd="0" presId="urn:microsoft.com/office/officeart/2018/2/layout/IconLabelList"/>
    <dgm:cxn modelId="{DC4D8294-B55C-482B-BE42-B801228E732A}" srcId="{DDF5D1F9-F973-4CE7-80D5-12CAC4DE752D}" destId="{FC89998B-480D-462E-9F2B-626F74675AAE}" srcOrd="3" destOrd="0" parTransId="{8682F18D-4DF0-41DE-89AA-440259756BD3}" sibTransId="{E7C07B15-5530-4D57-BD05-6AC7E4246493}"/>
    <dgm:cxn modelId="{7C4C16E2-ECDA-49E8-BCF9-801F394366B8}" type="presOf" srcId="{731C6DA6-8FD8-4BEE-8E2F-B0CED3C2BD21}" destId="{9DED82E0-4F10-43D0-8166-85D9F129A41B}" srcOrd="0" destOrd="0" presId="urn:microsoft.com/office/officeart/2018/2/layout/IconLabelList"/>
    <dgm:cxn modelId="{39A841F6-AEA0-43D0-948D-E069AD470042}" type="presOf" srcId="{0CEA3D6F-79AD-4C41-A08C-6039E0CADEEC}" destId="{7FE22A12-AD08-4217-8E75-B6877FFD8D53}" srcOrd="0" destOrd="0" presId="urn:microsoft.com/office/officeart/2018/2/layout/IconLabelList"/>
    <dgm:cxn modelId="{ADE3C027-A405-479B-B564-BAEA2C033558}" type="presParOf" srcId="{99BAC0F2-50C5-4A32-84A5-F8518E79410D}" destId="{43432048-F0D6-47EE-B72F-F24F53FA6706}" srcOrd="0" destOrd="0" presId="urn:microsoft.com/office/officeart/2018/2/layout/IconLabelList"/>
    <dgm:cxn modelId="{B3D30056-2E15-4F9E-996B-CB4F1A0CFAD4}" type="presParOf" srcId="{43432048-F0D6-47EE-B72F-F24F53FA6706}" destId="{BE1D4624-C944-4592-B4CE-9F23CAC72CAE}" srcOrd="0" destOrd="0" presId="urn:microsoft.com/office/officeart/2018/2/layout/IconLabelList"/>
    <dgm:cxn modelId="{306C172A-1702-4168-BC62-4AF024634F6D}" type="presParOf" srcId="{43432048-F0D6-47EE-B72F-F24F53FA6706}" destId="{933C1B21-6ADF-4138-8294-F7EEC64C6231}" srcOrd="1" destOrd="0" presId="urn:microsoft.com/office/officeart/2018/2/layout/IconLabelList"/>
    <dgm:cxn modelId="{0BB8D044-BD5E-470B-8883-DA243DD7F617}" type="presParOf" srcId="{43432048-F0D6-47EE-B72F-F24F53FA6706}" destId="{9DED82E0-4F10-43D0-8166-85D9F129A41B}" srcOrd="2" destOrd="0" presId="urn:microsoft.com/office/officeart/2018/2/layout/IconLabelList"/>
    <dgm:cxn modelId="{9C7AFC47-FBC6-47D1-A000-EC5626C1D623}" type="presParOf" srcId="{99BAC0F2-50C5-4A32-84A5-F8518E79410D}" destId="{F8BE5AA7-D8C7-46E4-948C-A334746BCC7A}" srcOrd="1" destOrd="0" presId="urn:microsoft.com/office/officeart/2018/2/layout/IconLabelList"/>
    <dgm:cxn modelId="{913FB31B-0765-4CD4-B937-A832F1064216}" type="presParOf" srcId="{99BAC0F2-50C5-4A32-84A5-F8518E79410D}" destId="{1E22937C-0B25-4315-9B89-7822A078380A}" srcOrd="2" destOrd="0" presId="urn:microsoft.com/office/officeart/2018/2/layout/IconLabelList"/>
    <dgm:cxn modelId="{E6E68A2D-17AB-4E38-81E9-8C6C13AB2A29}" type="presParOf" srcId="{1E22937C-0B25-4315-9B89-7822A078380A}" destId="{29B7EB38-CEEE-4C5C-B495-301EE361E4B5}" srcOrd="0" destOrd="0" presId="urn:microsoft.com/office/officeart/2018/2/layout/IconLabelList"/>
    <dgm:cxn modelId="{169F7D0C-95A2-4790-9209-A2E1CD7FC0A3}" type="presParOf" srcId="{1E22937C-0B25-4315-9B89-7822A078380A}" destId="{E58DDD46-8DF6-477C-BBAF-93AFCD3BB5FB}" srcOrd="1" destOrd="0" presId="urn:microsoft.com/office/officeart/2018/2/layout/IconLabelList"/>
    <dgm:cxn modelId="{B4EC755A-68CB-4F0B-A9FA-DC725C3CF4F6}" type="presParOf" srcId="{1E22937C-0B25-4315-9B89-7822A078380A}" destId="{7FE22A12-AD08-4217-8E75-B6877FFD8D53}" srcOrd="2" destOrd="0" presId="urn:microsoft.com/office/officeart/2018/2/layout/IconLabelList"/>
    <dgm:cxn modelId="{60F5FF51-E722-4924-ADEC-45D24BE95D22}" type="presParOf" srcId="{99BAC0F2-50C5-4A32-84A5-F8518E79410D}" destId="{F234D147-64EC-46BB-AA7A-759A33AA1A06}" srcOrd="3" destOrd="0" presId="urn:microsoft.com/office/officeart/2018/2/layout/IconLabelList"/>
    <dgm:cxn modelId="{4C5A780B-50B0-4DB5-8342-CA26CE2C9590}" type="presParOf" srcId="{99BAC0F2-50C5-4A32-84A5-F8518E79410D}" destId="{CF18B063-5A48-4E8B-9529-6EE0A50C4CB4}" srcOrd="4" destOrd="0" presId="urn:microsoft.com/office/officeart/2018/2/layout/IconLabelList"/>
    <dgm:cxn modelId="{05838679-7FCB-4540-8DF0-AE9A3A940F53}" type="presParOf" srcId="{CF18B063-5A48-4E8B-9529-6EE0A50C4CB4}" destId="{8717F599-3C7C-4690-A2FD-28F966A560B0}" srcOrd="0" destOrd="0" presId="urn:microsoft.com/office/officeart/2018/2/layout/IconLabelList"/>
    <dgm:cxn modelId="{1378B17B-2BE1-45B5-A656-AC0808955329}" type="presParOf" srcId="{CF18B063-5A48-4E8B-9529-6EE0A50C4CB4}" destId="{CD66905D-FFBD-4AC7-84E3-D9F5A68F9814}" srcOrd="1" destOrd="0" presId="urn:microsoft.com/office/officeart/2018/2/layout/IconLabelList"/>
    <dgm:cxn modelId="{B79A9DD3-71D8-4328-B274-3249F6F0F646}" type="presParOf" srcId="{CF18B063-5A48-4E8B-9529-6EE0A50C4CB4}" destId="{05E9F600-0F6F-4FC0-92D5-9976D199722A}" srcOrd="2" destOrd="0" presId="urn:microsoft.com/office/officeart/2018/2/layout/IconLabelList"/>
    <dgm:cxn modelId="{00B87D93-83E0-4006-B07D-2996AD32BAA2}" type="presParOf" srcId="{99BAC0F2-50C5-4A32-84A5-F8518E79410D}" destId="{8BA52E32-1A0D-42B0-BEE0-B19E454732C9}" srcOrd="5" destOrd="0" presId="urn:microsoft.com/office/officeart/2018/2/layout/IconLabelList"/>
    <dgm:cxn modelId="{75C802E3-67C5-4CD8-A108-917CDF48EBA6}" type="presParOf" srcId="{99BAC0F2-50C5-4A32-84A5-F8518E79410D}" destId="{69320426-9C3F-4387-B20B-8F6CED7CB971}" srcOrd="6" destOrd="0" presId="urn:microsoft.com/office/officeart/2018/2/layout/IconLabelList"/>
    <dgm:cxn modelId="{40E22E2B-38A7-479D-AFE5-8625227C144F}" type="presParOf" srcId="{69320426-9C3F-4387-B20B-8F6CED7CB971}" destId="{8C6C64B9-DEFB-44BC-9DCD-A6AF03654F25}" srcOrd="0" destOrd="0" presId="urn:microsoft.com/office/officeart/2018/2/layout/IconLabelList"/>
    <dgm:cxn modelId="{E218D583-DE4D-411F-8272-1B2A9B5AD7FE}" type="presParOf" srcId="{69320426-9C3F-4387-B20B-8F6CED7CB971}" destId="{560895BE-2712-4401-9B3F-9BA208A9C1C8}" srcOrd="1" destOrd="0" presId="urn:microsoft.com/office/officeart/2018/2/layout/IconLabelList"/>
    <dgm:cxn modelId="{40B25775-F738-4100-9D22-82AAB8671513}" type="presParOf" srcId="{69320426-9C3F-4387-B20B-8F6CED7CB971}" destId="{D26B0FFE-B9D7-410B-8643-8B30783286B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11A0B2-9F58-4E68-97A7-67D6671CA96E}">
      <dsp:nvSpPr>
        <dsp:cNvPr id="0" name=""/>
        <dsp:cNvSpPr/>
      </dsp:nvSpPr>
      <dsp:spPr>
        <a:xfrm>
          <a:off x="666295" y="59021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9AE8F0-93BA-4DF8-9E84-B4D688F3F17C}">
      <dsp:nvSpPr>
        <dsp:cNvPr id="0" name=""/>
        <dsp:cNvSpPr/>
      </dsp:nvSpPr>
      <dsp:spPr>
        <a:xfrm>
          <a:off x="171295" y="1694107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This presentation highlights strategic considerations for adopting AI within enterprise healthcare operations.</a:t>
          </a:r>
        </a:p>
      </dsp:txBody>
      <dsp:txXfrm>
        <a:off x="171295" y="1694107"/>
        <a:ext cx="1800000" cy="855000"/>
      </dsp:txXfrm>
    </dsp:sp>
    <dsp:sp modelId="{EE004E37-844F-45BE-B54B-C227C0D5A3C8}">
      <dsp:nvSpPr>
        <dsp:cNvPr id="0" name=""/>
        <dsp:cNvSpPr/>
      </dsp:nvSpPr>
      <dsp:spPr>
        <a:xfrm>
          <a:off x="2781295" y="59021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19513-816E-4E1C-B73B-51408718F9EA}">
      <dsp:nvSpPr>
        <dsp:cNvPr id="0" name=""/>
        <dsp:cNvSpPr/>
      </dsp:nvSpPr>
      <dsp:spPr>
        <a:xfrm>
          <a:off x="2286295" y="1694107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initiative focuses on transforming Medicare claims fraud detection using machine learning.</a:t>
          </a:r>
        </a:p>
      </dsp:txBody>
      <dsp:txXfrm>
        <a:off x="2286295" y="1694107"/>
        <a:ext cx="1800000" cy="855000"/>
      </dsp:txXfrm>
    </dsp:sp>
    <dsp:sp modelId="{EB76F484-130F-4DA4-BF88-617CFAC60FD4}">
      <dsp:nvSpPr>
        <dsp:cNvPr id="0" name=""/>
        <dsp:cNvSpPr/>
      </dsp:nvSpPr>
      <dsp:spPr>
        <a:xfrm>
          <a:off x="4896295" y="59021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611D54-698A-435D-AC09-E0B875AB7CE3}">
      <dsp:nvSpPr>
        <dsp:cNvPr id="0" name=""/>
        <dsp:cNvSpPr/>
      </dsp:nvSpPr>
      <dsp:spPr>
        <a:xfrm>
          <a:off x="4401295" y="1694107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project combines business strategy, AI capabilities, operational efficiency, and digital transformation principles.</a:t>
          </a:r>
        </a:p>
      </dsp:txBody>
      <dsp:txXfrm>
        <a:off x="4401295" y="1694107"/>
        <a:ext cx="1800000" cy="855000"/>
      </dsp:txXfrm>
    </dsp:sp>
    <dsp:sp modelId="{C1647167-4C26-459B-819F-0B481FCF541A}">
      <dsp:nvSpPr>
        <dsp:cNvPr id="0" name=""/>
        <dsp:cNvSpPr/>
      </dsp:nvSpPr>
      <dsp:spPr>
        <a:xfrm>
          <a:off x="7011295" y="59021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B955F3-91C5-4316-8A65-6678F27F2621}">
      <dsp:nvSpPr>
        <dsp:cNvPr id="0" name=""/>
        <dsp:cNvSpPr/>
      </dsp:nvSpPr>
      <dsp:spPr>
        <a:xfrm>
          <a:off x="6516295" y="1694107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proposed solution aligns technology investment with measurable business outcomes.</a:t>
          </a:r>
        </a:p>
      </dsp:txBody>
      <dsp:txXfrm>
        <a:off x="6516295" y="1694107"/>
        <a:ext cx="1800000" cy="85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5DA459-DA5B-466B-8F18-1BB52791D729}">
      <dsp:nvSpPr>
        <dsp:cNvPr id="0" name=""/>
        <dsp:cNvSpPr/>
      </dsp:nvSpPr>
      <dsp:spPr>
        <a:xfrm>
          <a:off x="4233380" y="1091090"/>
          <a:ext cx="3145708" cy="4990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0070"/>
              </a:lnTo>
              <a:lnTo>
                <a:pt x="3145708" y="340070"/>
              </a:lnTo>
              <a:lnTo>
                <a:pt x="3145708" y="49902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F8B13C-F8FE-4495-AA3A-BEFC7307FD14}">
      <dsp:nvSpPr>
        <dsp:cNvPr id="0" name=""/>
        <dsp:cNvSpPr/>
      </dsp:nvSpPr>
      <dsp:spPr>
        <a:xfrm>
          <a:off x="4233380" y="1091090"/>
          <a:ext cx="1048569" cy="4990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0070"/>
              </a:lnTo>
              <a:lnTo>
                <a:pt x="1048569" y="340070"/>
              </a:lnTo>
              <a:lnTo>
                <a:pt x="1048569" y="49902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2E50EB-2BAF-422D-B8BF-0CCD1EAFF471}">
      <dsp:nvSpPr>
        <dsp:cNvPr id="0" name=""/>
        <dsp:cNvSpPr/>
      </dsp:nvSpPr>
      <dsp:spPr>
        <a:xfrm>
          <a:off x="3184810" y="1091090"/>
          <a:ext cx="1048569" cy="499023"/>
        </a:xfrm>
        <a:custGeom>
          <a:avLst/>
          <a:gdLst/>
          <a:ahLst/>
          <a:cxnLst/>
          <a:rect l="0" t="0" r="0" b="0"/>
          <a:pathLst>
            <a:path>
              <a:moveTo>
                <a:pt x="1048569" y="0"/>
              </a:moveTo>
              <a:lnTo>
                <a:pt x="1048569" y="340070"/>
              </a:lnTo>
              <a:lnTo>
                <a:pt x="0" y="340070"/>
              </a:lnTo>
              <a:lnTo>
                <a:pt x="0" y="49902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4956CB-2012-4DF0-86F1-DD0B4EC4DE5D}">
      <dsp:nvSpPr>
        <dsp:cNvPr id="0" name=""/>
        <dsp:cNvSpPr/>
      </dsp:nvSpPr>
      <dsp:spPr>
        <a:xfrm>
          <a:off x="1087671" y="1091090"/>
          <a:ext cx="3145708" cy="499023"/>
        </a:xfrm>
        <a:custGeom>
          <a:avLst/>
          <a:gdLst/>
          <a:ahLst/>
          <a:cxnLst/>
          <a:rect l="0" t="0" r="0" b="0"/>
          <a:pathLst>
            <a:path>
              <a:moveTo>
                <a:pt x="3145708" y="0"/>
              </a:moveTo>
              <a:lnTo>
                <a:pt x="3145708" y="340070"/>
              </a:lnTo>
              <a:lnTo>
                <a:pt x="0" y="340070"/>
              </a:lnTo>
              <a:lnTo>
                <a:pt x="0" y="49902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9837A6-4794-417D-86DA-FF44D76042DA}">
      <dsp:nvSpPr>
        <dsp:cNvPr id="0" name=""/>
        <dsp:cNvSpPr/>
      </dsp:nvSpPr>
      <dsp:spPr>
        <a:xfrm>
          <a:off x="3375459" y="1531"/>
          <a:ext cx="1715840" cy="10895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420C31-C480-46B7-A587-DB15A9FFF6D0}">
      <dsp:nvSpPr>
        <dsp:cNvPr id="0" name=""/>
        <dsp:cNvSpPr/>
      </dsp:nvSpPr>
      <dsp:spPr>
        <a:xfrm>
          <a:off x="3566108" y="182648"/>
          <a:ext cx="1715840" cy="10895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Pain Points</a:t>
          </a:r>
          <a:endParaRPr lang="en-US" sz="1200" kern="1200"/>
        </a:p>
      </dsp:txBody>
      <dsp:txXfrm>
        <a:off x="3598020" y="214560"/>
        <a:ext cx="1652016" cy="1025735"/>
      </dsp:txXfrm>
    </dsp:sp>
    <dsp:sp modelId="{24FF0FB2-01F5-4075-BB62-32FE5C9468FA}">
      <dsp:nvSpPr>
        <dsp:cNvPr id="0" name=""/>
        <dsp:cNvSpPr/>
      </dsp:nvSpPr>
      <dsp:spPr>
        <a:xfrm>
          <a:off x="229751" y="1590114"/>
          <a:ext cx="1715840" cy="10895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1F262-7C8D-4614-B183-1ED8B4995563}">
      <dsp:nvSpPr>
        <dsp:cNvPr id="0" name=""/>
        <dsp:cNvSpPr/>
      </dsp:nvSpPr>
      <dsp:spPr>
        <a:xfrm>
          <a:off x="420400" y="1771231"/>
          <a:ext cx="1715840" cy="10895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Fraudulent Medicare claims continue to generate significant financial losses across the healthcare industry.</a:t>
          </a:r>
        </a:p>
      </dsp:txBody>
      <dsp:txXfrm>
        <a:off x="452312" y="1803143"/>
        <a:ext cx="1652016" cy="1025735"/>
      </dsp:txXfrm>
    </dsp:sp>
    <dsp:sp modelId="{CF1C1830-CF0F-42DD-B9ED-F6CD0D3AB02B}">
      <dsp:nvSpPr>
        <dsp:cNvPr id="0" name=""/>
        <dsp:cNvSpPr/>
      </dsp:nvSpPr>
      <dsp:spPr>
        <a:xfrm>
          <a:off x="2326890" y="1590114"/>
          <a:ext cx="1715840" cy="10895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D8CC15-1C2F-457D-B0E6-62A8E635BB55}">
      <dsp:nvSpPr>
        <dsp:cNvPr id="0" name=""/>
        <dsp:cNvSpPr/>
      </dsp:nvSpPr>
      <dsp:spPr>
        <a:xfrm>
          <a:off x="2517539" y="1771231"/>
          <a:ext cx="1715840" cy="10895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GAO estimated Medicare fraud losses at approximately $47 billion in 2022.</a:t>
          </a:r>
        </a:p>
      </dsp:txBody>
      <dsp:txXfrm>
        <a:off x="2549451" y="1803143"/>
        <a:ext cx="1652016" cy="1025735"/>
      </dsp:txXfrm>
    </dsp:sp>
    <dsp:sp modelId="{6C84991B-9A45-4543-A6F1-E2CDA22D9131}">
      <dsp:nvSpPr>
        <dsp:cNvPr id="0" name=""/>
        <dsp:cNvSpPr/>
      </dsp:nvSpPr>
      <dsp:spPr>
        <a:xfrm>
          <a:off x="4424028" y="1590114"/>
          <a:ext cx="1715840" cy="10895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19B007-7F59-4A92-9A8C-1752453CCF2F}">
      <dsp:nvSpPr>
        <dsp:cNvPr id="0" name=""/>
        <dsp:cNvSpPr/>
      </dsp:nvSpPr>
      <dsp:spPr>
        <a:xfrm>
          <a:off x="4614677" y="1771231"/>
          <a:ext cx="1715840" cy="10895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Traditional rule-based systems struggle to detect evolving fraud patterns.</a:t>
          </a:r>
        </a:p>
      </dsp:txBody>
      <dsp:txXfrm>
        <a:off x="4646589" y="1803143"/>
        <a:ext cx="1652016" cy="1025735"/>
      </dsp:txXfrm>
    </dsp:sp>
    <dsp:sp modelId="{79A36477-F173-4C8C-889C-40A11207C27A}">
      <dsp:nvSpPr>
        <dsp:cNvPr id="0" name=""/>
        <dsp:cNvSpPr/>
      </dsp:nvSpPr>
      <dsp:spPr>
        <a:xfrm>
          <a:off x="6521167" y="1590114"/>
          <a:ext cx="1715840" cy="10895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3DC209-E963-44DD-97D0-D4EC3A4B6B88}">
      <dsp:nvSpPr>
        <dsp:cNvPr id="0" name=""/>
        <dsp:cNvSpPr/>
      </dsp:nvSpPr>
      <dsp:spPr>
        <a:xfrm>
          <a:off x="6711816" y="1771231"/>
          <a:ext cx="1715840" cy="10895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Manual review processes increase operational costs and reduce efficiency.</a:t>
          </a:r>
        </a:p>
      </dsp:txBody>
      <dsp:txXfrm>
        <a:off x="6743728" y="1803143"/>
        <a:ext cx="1652016" cy="10257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EDFC25-F3AD-42EB-A784-F382B9794110}">
      <dsp:nvSpPr>
        <dsp:cNvPr id="0" name=""/>
        <dsp:cNvSpPr/>
      </dsp:nvSpPr>
      <dsp:spPr>
        <a:xfrm>
          <a:off x="790546" y="267278"/>
          <a:ext cx="798134" cy="7981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A132A-316D-463C-BB9F-FFE5E4E85F1E}">
      <dsp:nvSpPr>
        <dsp:cNvPr id="0" name=""/>
        <dsp:cNvSpPr/>
      </dsp:nvSpPr>
      <dsp:spPr>
        <a:xfrm>
          <a:off x="302797" y="1331592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Deploy supervised machine learning models for binary fraud classification.</a:t>
          </a:r>
        </a:p>
      </dsp:txBody>
      <dsp:txXfrm>
        <a:off x="302797" y="1331592"/>
        <a:ext cx="1773632" cy="709453"/>
      </dsp:txXfrm>
    </dsp:sp>
    <dsp:sp modelId="{9961441B-3DFF-48FC-8AD9-201CA9029A4F}">
      <dsp:nvSpPr>
        <dsp:cNvPr id="0" name=""/>
        <dsp:cNvSpPr/>
      </dsp:nvSpPr>
      <dsp:spPr>
        <a:xfrm>
          <a:off x="2874564" y="267278"/>
          <a:ext cx="798134" cy="7981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68240B-8AA9-4599-82D9-54BB80A5DC5B}">
      <dsp:nvSpPr>
        <dsp:cNvPr id="0" name=""/>
        <dsp:cNvSpPr/>
      </dsp:nvSpPr>
      <dsp:spPr>
        <a:xfrm>
          <a:off x="2386815" y="1331592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 XGBoost, Gradient Boosting, Ensemble, Random Forest algorithms to identify fraud patterns. </a:t>
          </a:r>
        </a:p>
      </dsp:txBody>
      <dsp:txXfrm>
        <a:off x="2386815" y="1331592"/>
        <a:ext cx="1773632" cy="709453"/>
      </dsp:txXfrm>
    </dsp:sp>
    <dsp:sp modelId="{AFCC3CF2-505B-4AB0-B4D4-97CC602910A3}">
      <dsp:nvSpPr>
        <dsp:cNvPr id="0" name=""/>
        <dsp:cNvSpPr/>
      </dsp:nvSpPr>
      <dsp:spPr>
        <a:xfrm>
          <a:off x="4958583" y="267278"/>
          <a:ext cx="798134" cy="7981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46D989-C476-42BE-BC79-D4B686D2704E}">
      <dsp:nvSpPr>
        <dsp:cNvPr id="0" name=""/>
        <dsp:cNvSpPr/>
      </dsp:nvSpPr>
      <dsp:spPr>
        <a:xfrm>
          <a:off x="4470834" y="1331592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Enable automated claims processing and real-time fraud monitoring.</a:t>
          </a:r>
        </a:p>
      </dsp:txBody>
      <dsp:txXfrm>
        <a:off x="4470834" y="1331592"/>
        <a:ext cx="1773632" cy="709453"/>
      </dsp:txXfrm>
    </dsp:sp>
    <dsp:sp modelId="{90D648BA-2A41-4776-B921-3AD951B71338}">
      <dsp:nvSpPr>
        <dsp:cNvPr id="0" name=""/>
        <dsp:cNvSpPr/>
      </dsp:nvSpPr>
      <dsp:spPr>
        <a:xfrm>
          <a:off x="7042601" y="267278"/>
          <a:ext cx="798134" cy="7981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BA89B-DA5A-4316-914B-AB306A335AC2}">
      <dsp:nvSpPr>
        <dsp:cNvPr id="0" name=""/>
        <dsp:cNvSpPr/>
      </dsp:nvSpPr>
      <dsp:spPr>
        <a:xfrm>
          <a:off x="6554852" y="1331592"/>
          <a:ext cx="1773632" cy="70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Leverage historical claims data from cloud-based enterprise data lakes.</a:t>
          </a:r>
        </a:p>
      </dsp:txBody>
      <dsp:txXfrm>
        <a:off x="6554852" y="1331592"/>
        <a:ext cx="1773632" cy="7094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F7DD3D-7BC5-4C92-86C6-BCCFDA46048C}">
      <dsp:nvSpPr>
        <dsp:cNvPr id="0" name=""/>
        <dsp:cNvSpPr/>
      </dsp:nvSpPr>
      <dsp:spPr>
        <a:xfrm>
          <a:off x="170888" y="59594"/>
          <a:ext cx="1013314" cy="101331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67501C-EC4A-4797-8FD5-01C42E40DF45}">
      <dsp:nvSpPr>
        <dsp:cNvPr id="0" name=""/>
        <dsp:cNvSpPr/>
      </dsp:nvSpPr>
      <dsp:spPr>
        <a:xfrm>
          <a:off x="383684" y="272390"/>
          <a:ext cx="587722" cy="5877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86C396-7CCE-4B6A-AAC1-EEF5D5695BDD}">
      <dsp:nvSpPr>
        <dsp:cNvPr id="0" name=""/>
        <dsp:cNvSpPr/>
      </dsp:nvSpPr>
      <dsp:spPr>
        <a:xfrm>
          <a:off x="1401341" y="59594"/>
          <a:ext cx="2388526" cy="1013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Fraud Detection Metrics: Precision, Recall, F1 Score, False Positive and Negative Rates.</a:t>
          </a:r>
        </a:p>
      </dsp:txBody>
      <dsp:txXfrm>
        <a:off x="1401341" y="59594"/>
        <a:ext cx="2388526" cy="1013314"/>
      </dsp:txXfrm>
    </dsp:sp>
    <dsp:sp modelId="{D220E8AE-F250-4226-9DBD-1C521FA43A19}">
      <dsp:nvSpPr>
        <dsp:cNvPr id="0" name=""/>
        <dsp:cNvSpPr/>
      </dsp:nvSpPr>
      <dsp:spPr>
        <a:xfrm>
          <a:off x="4206051" y="59594"/>
          <a:ext cx="1013314" cy="101331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6AA71C-D857-4156-A7F2-F70677D8AA32}">
      <dsp:nvSpPr>
        <dsp:cNvPr id="0" name=""/>
        <dsp:cNvSpPr/>
      </dsp:nvSpPr>
      <dsp:spPr>
        <a:xfrm>
          <a:off x="4418847" y="272390"/>
          <a:ext cx="587722" cy="5877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65DFE-1A62-4BD4-A612-E94F7B6D03F5}">
      <dsp:nvSpPr>
        <dsp:cNvPr id="0" name=""/>
        <dsp:cNvSpPr/>
      </dsp:nvSpPr>
      <dsp:spPr>
        <a:xfrm>
          <a:off x="5436504" y="59594"/>
          <a:ext cx="2388526" cy="1013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Financial Metrics: Fraud savings, ROI, and operational cost reduction.</a:t>
          </a:r>
        </a:p>
      </dsp:txBody>
      <dsp:txXfrm>
        <a:off x="5436504" y="59594"/>
        <a:ext cx="2388526" cy="1013314"/>
      </dsp:txXfrm>
    </dsp:sp>
    <dsp:sp modelId="{60B78805-32B8-4FE0-966F-AF0CCB6BA9F4}">
      <dsp:nvSpPr>
        <dsp:cNvPr id="0" name=""/>
        <dsp:cNvSpPr/>
      </dsp:nvSpPr>
      <dsp:spPr>
        <a:xfrm>
          <a:off x="170888" y="1512413"/>
          <a:ext cx="1013314" cy="101331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7CB2CB-AC9A-4357-A2E4-C6224460B1AB}">
      <dsp:nvSpPr>
        <dsp:cNvPr id="0" name=""/>
        <dsp:cNvSpPr/>
      </dsp:nvSpPr>
      <dsp:spPr>
        <a:xfrm>
          <a:off x="383684" y="1725209"/>
          <a:ext cx="587722" cy="5877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39B10D-8592-4A64-8C6D-B3ED01634F32}">
      <dsp:nvSpPr>
        <dsp:cNvPr id="0" name=""/>
        <dsp:cNvSpPr/>
      </dsp:nvSpPr>
      <dsp:spPr>
        <a:xfrm>
          <a:off x="1401341" y="1512413"/>
          <a:ext cx="2388526" cy="1013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Operational Metrics: Processing time, automation rate, and manual review reduction. </a:t>
          </a:r>
        </a:p>
      </dsp:txBody>
      <dsp:txXfrm>
        <a:off x="1401341" y="1512413"/>
        <a:ext cx="2388526" cy="1013314"/>
      </dsp:txXfrm>
    </dsp:sp>
    <dsp:sp modelId="{16BCBEEC-12CC-4A03-9ABA-890BCC8F66F2}">
      <dsp:nvSpPr>
        <dsp:cNvPr id="0" name=""/>
        <dsp:cNvSpPr/>
      </dsp:nvSpPr>
      <dsp:spPr>
        <a:xfrm>
          <a:off x="4206051" y="1512413"/>
          <a:ext cx="1013314" cy="101331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B35911-02F8-4704-9367-50D0AB9B8C68}">
      <dsp:nvSpPr>
        <dsp:cNvPr id="0" name=""/>
        <dsp:cNvSpPr/>
      </dsp:nvSpPr>
      <dsp:spPr>
        <a:xfrm>
          <a:off x="4418847" y="1725209"/>
          <a:ext cx="587722" cy="5877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20AD7-E052-4B92-A4C0-48CFA2CE13E3}">
      <dsp:nvSpPr>
        <dsp:cNvPr id="0" name=""/>
        <dsp:cNvSpPr/>
      </dsp:nvSpPr>
      <dsp:spPr>
        <a:xfrm>
          <a:off x="5436504" y="1512413"/>
          <a:ext cx="2388526" cy="1013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Model Performance Metrics: Accuracy, scalability, and model drift monitoring.</a:t>
          </a:r>
        </a:p>
      </dsp:txBody>
      <dsp:txXfrm>
        <a:off x="5436504" y="1512413"/>
        <a:ext cx="2388526" cy="10133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69D89-3925-4E77-9049-BB6B7F578946}">
      <dsp:nvSpPr>
        <dsp:cNvPr id="0" name=""/>
        <dsp:cNvSpPr/>
      </dsp:nvSpPr>
      <dsp:spPr>
        <a:xfrm>
          <a:off x="498339" y="254993"/>
          <a:ext cx="809208" cy="8092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3A726-E36C-4FDD-818D-46B368B1875A}">
      <dsp:nvSpPr>
        <dsp:cNvPr id="0" name=""/>
        <dsp:cNvSpPr/>
      </dsp:nvSpPr>
      <dsp:spPr>
        <a:xfrm>
          <a:off x="3822" y="1334033"/>
          <a:ext cx="1798242" cy="71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Historical Medicare claims data will be used for model training and validation.</a:t>
          </a:r>
        </a:p>
      </dsp:txBody>
      <dsp:txXfrm>
        <a:off x="3822" y="1334033"/>
        <a:ext cx="1798242" cy="719296"/>
      </dsp:txXfrm>
    </dsp:sp>
    <dsp:sp modelId="{D167B1ED-FA40-4FD2-B1D3-42BDB2DF0BF7}">
      <dsp:nvSpPr>
        <dsp:cNvPr id="0" name=""/>
        <dsp:cNvSpPr/>
      </dsp:nvSpPr>
      <dsp:spPr>
        <a:xfrm>
          <a:off x="2611273" y="254993"/>
          <a:ext cx="809208" cy="8092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97774C-B30B-43C6-984D-E67CEE8CA9E7}">
      <dsp:nvSpPr>
        <dsp:cNvPr id="0" name=""/>
        <dsp:cNvSpPr/>
      </dsp:nvSpPr>
      <dsp:spPr>
        <a:xfrm>
          <a:off x="2116757" y="1334033"/>
          <a:ext cx="1798242" cy="71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architecture integrates ETL pipelines, APIs, cloud data lakes, and machine learning services.</a:t>
          </a:r>
        </a:p>
      </dsp:txBody>
      <dsp:txXfrm>
        <a:off x="2116757" y="1334033"/>
        <a:ext cx="1798242" cy="719296"/>
      </dsp:txXfrm>
    </dsp:sp>
    <dsp:sp modelId="{68BFD26B-11EB-4163-BB96-280FABCA4586}">
      <dsp:nvSpPr>
        <dsp:cNvPr id="0" name=""/>
        <dsp:cNvSpPr/>
      </dsp:nvSpPr>
      <dsp:spPr>
        <a:xfrm>
          <a:off x="4724208" y="254993"/>
          <a:ext cx="809208" cy="8092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C3AA9-834C-43D9-8A96-95866C8445EB}">
      <dsp:nvSpPr>
        <dsp:cNvPr id="0" name=""/>
        <dsp:cNvSpPr/>
      </dsp:nvSpPr>
      <dsp:spPr>
        <a:xfrm>
          <a:off x="4229691" y="1334033"/>
          <a:ext cx="1798242" cy="71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Training datasets include provider, claims, demographic, and transaction variables.</a:t>
          </a:r>
        </a:p>
      </dsp:txBody>
      <dsp:txXfrm>
        <a:off x="4229691" y="1334033"/>
        <a:ext cx="1798242" cy="719296"/>
      </dsp:txXfrm>
    </dsp:sp>
    <dsp:sp modelId="{7C264E44-CB70-4018-85D9-D72E89715B50}">
      <dsp:nvSpPr>
        <dsp:cNvPr id="0" name=""/>
        <dsp:cNvSpPr/>
      </dsp:nvSpPr>
      <dsp:spPr>
        <a:xfrm>
          <a:off x="6837142" y="254993"/>
          <a:ext cx="809208" cy="8092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57EBA7-EB2D-460D-8244-500EAA7F8853}">
      <dsp:nvSpPr>
        <dsp:cNvPr id="0" name=""/>
        <dsp:cNvSpPr/>
      </dsp:nvSpPr>
      <dsp:spPr>
        <a:xfrm>
          <a:off x="6342626" y="1334033"/>
          <a:ext cx="1798242" cy="719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platform supports continuous retraining, optimization, and scalability.</a:t>
          </a:r>
        </a:p>
      </dsp:txBody>
      <dsp:txXfrm>
        <a:off x="6342626" y="1334033"/>
        <a:ext cx="1798242" cy="71929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C079D0-61F0-4800-BFA8-A669A4748993}">
      <dsp:nvSpPr>
        <dsp:cNvPr id="0" name=""/>
        <dsp:cNvSpPr/>
      </dsp:nvSpPr>
      <dsp:spPr>
        <a:xfrm>
          <a:off x="1075120" y="21306"/>
          <a:ext cx="821693" cy="82169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97341A-90FB-48BE-B299-F48C6FAF5050}">
      <dsp:nvSpPr>
        <dsp:cNvPr id="0" name=""/>
        <dsp:cNvSpPr/>
      </dsp:nvSpPr>
      <dsp:spPr>
        <a:xfrm>
          <a:off x="1247676" y="193861"/>
          <a:ext cx="476582" cy="4765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B7D444-E961-4C1B-96A4-22F94BBB65AD}">
      <dsp:nvSpPr>
        <dsp:cNvPr id="0" name=""/>
        <dsp:cNvSpPr/>
      </dsp:nvSpPr>
      <dsp:spPr>
        <a:xfrm>
          <a:off x="2072891" y="21306"/>
          <a:ext cx="1936849" cy="821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Establish a cross-functional AI transformation task force.</a:t>
          </a:r>
        </a:p>
      </dsp:txBody>
      <dsp:txXfrm>
        <a:off x="2072891" y="21306"/>
        <a:ext cx="1936849" cy="821693"/>
      </dsp:txXfrm>
    </dsp:sp>
    <dsp:sp modelId="{521C509B-AFC0-4A60-9B7E-E0B0C5C6E4DC}">
      <dsp:nvSpPr>
        <dsp:cNvPr id="0" name=""/>
        <dsp:cNvSpPr/>
      </dsp:nvSpPr>
      <dsp:spPr>
        <a:xfrm>
          <a:off x="4347222" y="21306"/>
          <a:ext cx="821693" cy="82169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121431-793E-4306-81A7-59E1DD63A363}">
      <dsp:nvSpPr>
        <dsp:cNvPr id="0" name=""/>
        <dsp:cNvSpPr/>
      </dsp:nvSpPr>
      <dsp:spPr>
        <a:xfrm>
          <a:off x="4519777" y="193861"/>
          <a:ext cx="476582" cy="4765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73F119-A060-4A70-82C4-991365E121EA}">
      <dsp:nvSpPr>
        <dsp:cNvPr id="0" name=""/>
        <dsp:cNvSpPr/>
      </dsp:nvSpPr>
      <dsp:spPr>
        <a:xfrm>
          <a:off x="5344993" y="21306"/>
          <a:ext cx="1936849" cy="821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Align KPIs and performance frameworks with AI-driven business goals.</a:t>
          </a:r>
        </a:p>
      </dsp:txBody>
      <dsp:txXfrm>
        <a:off x="5344993" y="21306"/>
        <a:ext cx="1936849" cy="821693"/>
      </dsp:txXfrm>
    </dsp:sp>
    <dsp:sp modelId="{A3DBEEF2-0C90-460F-800A-BF4F3A426002}">
      <dsp:nvSpPr>
        <dsp:cNvPr id="0" name=""/>
        <dsp:cNvSpPr/>
      </dsp:nvSpPr>
      <dsp:spPr>
        <a:xfrm>
          <a:off x="1075120" y="1188325"/>
          <a:ext cx="821693" cy="82169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25A83E-6389-4DA0-85CA-9C913DEABF72}">
      <dsp:nvSpPr>
        <dsp:cNvPr id="0" name=""/>
        <dsp:cNvSpPr/>
      </dsp:nvSpPr>
      <dsp:spPr>
        <a:xfrm>
          <a:off x="1247676" y="1360880"/>
          <a:ext cx="476582" cy="4765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D9C569-A29F-4192-9764-897667581942}">
      <dsp:nvSpPr>
        <dsp:cNvPr id="0" name=""/>
        <dsp:cNvSpPr/>
      </dsp:nvSpPr>
      <dsp:spPr>
        <a:xfrm>
          <a:off x="2072891" y="1188325"/>
          <a:ext cx="1936849" cy="821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Introduce workforce training programs focused on AI literacy.</a:t>
          </a:r>
        </a:p>
      </dsp:txBody>
      <dsp:txXfrm>
        <a:off x="2072891" y="1188325"/>
        <a:ext cx="1936849" cy="821693"/>
      </dsp:txXfrm>
    </dsp:sp>
    <dsp:sp modelId="{B2147558-7F9A-4577-8FDE-B74663C40A56}">
      <dsp:nvSpPr>
        <dsp:cNvPr id="0" name=""/>
        <dsp:cNvSpPr/>
      </dsp:nvSpPr>
      <dsp:spPr>
        <a:xfrm>
          <a:off x="4347222" y="1188325"/>
          <a:ext cx="821693" cy="82169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9FEB2E-0AC2-4F6B-9B60-754531D3AD9C}">
      <dsp:nvSpPr>
        <dsp:cNvPr id="0" name=""/>
        <dsp:cNvSpPr/>
      </dsp:nvSpPr>
      <dsp:spPr>
        <a:xfrm>
          <a:off x="4519777" y="1360880"/>
          <a:ext cx="476582" cy="4765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B5AF74-79A1-4A11-AC06-84D28BE0939E}">
      <dsp:nvSpPr>
        <dsp:cNvPr id="0" name=""/>
        <dsp:cNvSpPr/>
      </dsp:nvSpPr>
      <dsp:spPr>
        <a:xfrm>
          <a:off x="5344993" y="1188325"/>
          <a:ext cx="1936849" cy="821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Implement governance structures balancing automation and human oversight.</a:t>
          </a:r>
        </a:p>
      </dsp:txBody>
      <dsp:txXfrm>
        <a:off x="5344993" y="1188325"/>
        <a:ext cx="1936849" cy="82169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C63809-02C9-433C-9472-6C624C75CDAA}">
      <dsp:nvSpPr>
        <dsp:cNvPr id="0" name=""/>
        <dsp:cNvSpPr/>
      </dsp:nvSpPr>
      <dsp:spPr>
        <a:xfrm>
          <a:off x="934" y="1076379"/>
          <a:ext cx="2057575" cy="617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94" tIns="162594" rIns="162594" bIns="16259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Monitor and mitigate</a:t>
          </a:r>
        </a:p>
      </dsp:txBody>
      <dsp:txXfrm>
        <a:off x="934" y="1076379"/>
        <a:ext cx="2057575" cy="617272"/>
      </dsp:txXfrm>
    </dsp:sp>
    <dsp:sp modelId="{38CF4321-A725-4B7D-B5FA-250F3F4DBE7A}">
      <dsp:nvSpPr>
        <dsp:cNvPr id="0" name=""/>
        <dsp:cNvSpPr/>
      </dsp:nvSpPr>
      <dsp:spPr>
        <a:xfrm>
          <a:off x="934" y="1693652"/>
          <a:ext cx="2057575" cy="261186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43" tIns="203243" rIns="203243" bIns="20324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Monitor and mitigate bias in AI training data and predictions.</a:t>
          </a:r>
        </a:p>
      </dsp:txBody>
      <dsp:txXfrm>
        <a:off x="934" y="1693652"/>
        <a:ext cx="2057575" cy="2611865"/>
      </dsp:txXfrm>
    </dsp:sp>
    <dsp:sp modelId="{2D3369EE-8D85-459C-8837-3BACCC74A794}">
      <dsp:nvSpPr>
        <dsp:cNvPr id="0" name=""/>
        <dsp:cNvSpPr/>
      </dsp:nvSpPr>
      <dsp:spPr>
        <a:xfrm>
          <a:off x="2166510" y="1076379"/>
          <a:ext cx="2057575" cy="617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94" tIns="162594" rIns="162594" bIns="16259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Implement</a:t>
          </a:r>
        </a:p>
      </dsp:txBody>
      <dsp:txXfrm>
        <a:off x="2166510" y="1076379"/>
        <a:ext cx="2057575" cy="617272"/>
      </dsp:txXfrm>
    </dsp:sp>
    <dsp:sp modelId="{D4E3C683-643F-4246-8C13-5C814D5DCAD2}">
      <dsp:nvSpPr>
        <dsp:cNvPr id="0" name=""/>
        <dsp:cNvSpPr/>
      </dsp:nvSpPr>
      <dsp:spPr>
        <a:xfrm>
          <a:off x="2166510" y="1693652"/>
          <a:ext cx="2057575" cy="261186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43" tIns="203243" rIns="203243" bIns="20324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Implement explainable AI to improve transparency and trust.</a:t>
          </a:r>
        </a:p>
      </dsp:txBody>
      <dsp:txXfrm>
        <a:off x="2166510" y="1693652"/>
        <a:ext cx="2057575" cy="2611865"/>
      </dsp:txXfrm>
    </dsp:sp>
    <dsp:sp modelId="{F694EDB1-23A8-4338-B1A7-A7EFD3D68829}">
      <dsp:nvSpPr>
        <dsp:cNvPr id="0" name=""/>
        <dsp:cNvSpPr/>
      </dsp:nvSpPr>
      <dsp:spPr>
        <a:xfrm>
          <a:off x="4332086" y="1076379"/>
          <a:ext cx="2057575" cy="617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94" tIns="162594" rIns="162594" bIns="16259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Conduct</a:t>
          </a:r>
        </a:p>
      </dsp:txBody>
      <dsp:txXfrm>
        <a:off x="4332086" y="1076379"/>
        <a:ext cx="2057575" cy="617272"/>
      </dsp:txXfrm>
    </dsp:sp>
    <dsp:sp modelId="{187C8B4F-C832-4BFC-A308-4567DC697DDE}">
      <dsp:nvSpPr>
        <dsp:cNvPr id="0" name=""/>
        <dsp:cNvSpPr/>
      </dsp:nvSpPr>
      <dsp:spPr>
        <a:xfrm>
          <a:off x="4332086" y="1693652"/>
          <a:ext cx="2057575" cy="261186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43" tIns="203243" rIns="203243" bIns="20324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Conduct regular audits and fairness evaluations.</a:t>
          </a:r>
        </a:p>
      </dsp:txBody>
      <dsp:txXfrm>
        <a:off x="4332086" y="1693652"/>
        <a:ext cx="2057575" cy="2611865"/>
      </dsp:txXfrm>
    </dsp:sp>
    <dsp:sp modelId="{45531621-D511-40EE-89DF-7475FD8EC43E}">
      <dsp:nvSpPr>
        <dsp:cNvPr id="0" name=""/>
        <dsp:cNvSpPr/>
      </dsp:nvSpPr>
      <dsp:spPr>
        <a:xfrm>
          <a:off x="6497661" y="1076379"/>
          <a:ext cx="2057575" cy="6172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94" tIns="162594" rIns="162594" bIns="162594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Maintain</a:t>
          </a:r>
        </a:p>
      </dsp:txBody>
      <dsp:txXfrm>
        <a:off x="6497661" y="1076379"/>
        <a:ext cx="2057575" cy="617272"/>
      </dsp:txXfrm>
    </dsp:sp>
    <dsp:sp modelId="{AAD978A3-BC08-4781-A993-AD68FC5E1106}">
      <dsp:nvSpPr>
        <dsp:cNvPr id="0" name=""/>
        <dsp:cNvSpPr/>
      </dsp:nvSpPr>
      <dsp:spPr>
        <a:xfrm>
          <a:off x="6497661" y="1693652"/>
          <a:ext cx="2057575" cy="261186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43" tIns="203243" rIns="203243" bIns="20324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Maintain strong governance standards for compliance and accountability.</a:t>
          </a:r>
        </a:p>
      </dsp:txBody>
      <dsp:txXfrm>
        <a:off x="6497661" y="1693652"/>
        <a:ext cx="2057575" cy="261186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1D4624-C944-4592-B4CE-9F23CAC72CAE}">
      <dsp:nvSpPr>
        <dsp:cNvPr id="0" name=""/>
        <dsp:cNvSpPr/>
      </dsp:nvSpPr>
      <dsp:spPr>
        <a:xfrm>
          <a:off x="712890" y="263817"/>
          <a:ext cx="801298" cy="8012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ED82E0-4F10-43D0-8166-85D9F129A41B}">
      <dsp:nvSpPr>
        <dsp:cNvPr id="0" name=""/>
        <dsp:cNvSpPr/>
      </dsp:nvSpPr>
      <dsp:spPr>
        <a:xfrm>
          <a:off x="223207" y="1332241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 A/B testing to compare AI-based fraud detection with the existing rule-based system.</a:t>
          </a:r>
        </a:p>
      </dsp:txBody>
      <dsp:txXfrm>
        <a:off x="223207" y="1332241"/>
        <a:ext cx="1780664" cy="712265"/>
      </dsp:txXfrm>
    </dsp:sp>
    <dsp:sp modelId="{29B7EB38-CEEE-4C5C-B495-301EE361E4B5}">
      <dsp:nvSpPr>
        <dsp:cNvPr id="0" name=""/>
        <dsp:cNvSpPr/>
      </dsp:nvSpPr>
      <dsp:spPr>
        <a:xfrm>
          <a:off x="2805170" y="263817"/>
          <a:ext cx="801298" cy="8012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E22A12-AD08-4217-8E75-B6877FFD8D53}">
      <dsp:nvSpPr>
        <dsp:cNvPr id="0" name=""/>
        <dsp:cNvSpPr/>
      </dsp:nvSpPr>
      <dsp:spPr>
        <a:xfrm>
          <a:off x="2315487" y="1332241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Measure precision, recall, operational efficiency, and financial impact.</a:t>
          </a:r>
        </a:p>
      </dsp:txBody>
      <dsp:txXfrm>
        <a:off x="2315487" y="1332241"/>
        <a:ext cx="1780664" cy="712265"/>
      </dsp:txXfrm>
    </dsp:sp>
    <dsp:sp modelId="{8717F599-3C7C-4690-A2FD-28F966A560B0}">
      <dsp:nvSpPr>
        <dsp:cNvPr id="0" name=""/>
        <dsp:cNvSpPr/>
      </dsp:nvSpPr>
      <dsp:spPr>
        <a:xfrm>
          <a:off x="4897450" y="263817"/>
          <a:ext cx="801298" cy="8012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E9F600-0F6F-4FC0-92D5-9976D199722A}">
      <dsp:nvSpPr>
        <dsp:cNvPr id="0" name=""/>
        <dsp:cNvSpPr/>
      </dsp:nvSpPr>
      <dsp:spPr>
        <a:xfrm>
          <a:off x="4407768" y="1332241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Apply statistical analysis to validate performance improvements.</a:t>
          </a:r>
        </a:p>
      </dsp:txBody>
      <dsp:txXfrm>
        <a:off x="4407768" y="1332241"/>
        <a:ext cx="1780664" cy="712265"/>
      </dsp:txXfrm>
    </dsp:sp>
    <dsp:sp modelId="{8C6C64B9-DEFB-44BC-9DCD-A6AF03654F25}">
      <dsp:nvSpPr>
        <dsp:cNvPr id="0" name=""/>
        <dsp:cNvSpPr/>
      </dsp:nvSpPr>
      <dsp:spPr>
        <a:xfrm>
          <a:off x="6989730" y="263817"/>
          <a:ext cx="801298" cy="80129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B0FFE-B9D7-410B-8643-8B30783286B3}">
      <dsp:nvSpPr>
        <dsp:cNvPr id="0" name=""/>
        <dsp:cNvSpPr/>
      </dsp:nvSpPr>
      <dsp:spPr>
        <a:xfrm>
          <a:off x="6500048" y="1332241"/>
          <a:ext cx="1780664" cy="712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Continuously refine and retrain models based on production feedback.</a:t>
          </a:r>
        </a:p>
      </dsp:txBody>
      <dsp:txXfrm>
        <a:off x="6500048" y="1332241"/>
        <a:ext cx="1780664" cy="7122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obot hands and technology">
            <a:extLst>
              <a:ext uri="{FF2B5EF4-FFF2-40B4-BE49-F238E27FC236}">
                <a16:creationId xmlns:a16="http://schemas.microsoft.com/office/drawing/2014/main" id="{5B2ED823-2BD4-F4B1-139A-89CFF2A470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26" r="9463"/>
          <a:stretch>
            <a:fillRect/>
          </a:stretch>
        </p:blipFill>
        <p:spPr>
          <a:xfrm>
            <a:off x="20" y="10"/>
            <a:ext cx="72522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666014" y="0"/>
            <a:ext cx="3053443" cy="181247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latin typeface="+mj-lt"/>
                <a:ea typeface="+mj-ea"/>
                <a:cs typeface="+mj-cs"/>
              </a:rPr>
              <a:t>Digital Transformation in AI 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38086" y="3221247"/>
            <a:ext cx="2584324" cy="148531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000" dirty="0"/>
              <a:t>AI Strategies and Business Applications for Medicare Claims Fraud Detection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9C94D6-B12D-F029-491D-3507866C7DD0}"/>
              </a:ext>
            </a:extLst>
          </p:cNvPr>
          <p:cNvSpPr txBox="1"/>
          <p:nvPr/>
        </p:nvSpPr>
        <p:spPr>
          <a:xfrm>
            <a:off x="5836069" y="6545154"/>
            <a:ext cx="2832325" cy="31284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0000"/>
                </a:solidFill>
              </a:rPr>
              <a:t>Francis 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Executive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5590903"/>
            <a:ext cx="8487591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2342"/>
                </a:solidFill>
              </a:rPr>
              <a:t>Objective: Build a scalable AI-driven fraud detection ecosystem.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881EC945-0B2A-31B0-29EB-75B5D4DA8E9A}"/>
              </a:ext>
            </a:extLst>
          </p:cNvPr>
          <p:cNvGraphicFramePr/>
          <p:nvPr/>
        </p:nvGraphicFramePr>
        <p:xfrm>
          <a:off x="411480" y="1005840"/>
          <a:ext cx="8487591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FFFFFF"/>
                </a:solidFill>
              </a:rPr>
              <a:t>Business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7584" y="5486400"/>
            <a:ext cx="8657409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2342"/>
                </a:solidFill>
              </a:rPr>
              <a:t>Strategic Focus: Replace reactive systems with intelligent predictive AI solutions.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5864134A-972E-0856-F384-5F41E35D0276}"/>
              </a:ext>
            </a:extLst>
          </p:cNvPr>
          <p:cNvGraphicFramePr/>
          <p:nvPr/>
        </p:nvGraphicFramePr>
        <p:xfrm>
          <a:off x="277585" y="1371600"/>
          <a:ext cx="8657409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AI Transformation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394960"/>
            <a:ext cx="8631283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2342"/>
                </a:solidFill>
              </a:rPr>
              <a:t>Primary Goal: Predict whether a claim is fraudulent or legitimate with high accuracy.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CA7B5428-4E39-9B1D-BABC-FBFCC40AA37D}"/>
              </a:ext>
            </a:extLst>
          </p:cNvPr>
          <p:cNvGraphicFramePr/>
          <p:nvPr/>
        </p:nvGraphicFramePr>
        <p:xfrm>
          <a:off x="365760" y="1005840"/>
          <a:ext cx="8631283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Return on Investment (ROI)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194560" cy="15544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</a:rPr>
              <a:t>$10M</a:t>
            </a:r>
          </a:p>
          <a:p>
            <a:pPr algn="ctr"/>
            <a:r>
              <a:rPr sz="1100">
                <a:solidFill>
                  <a:srgbClr val="1F2937"/>
                </a:solidFill>
              </a:rPr>
              <a:t>Annual Fraud Exposure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188720"/>
            <a:ext cx="2194560" cy="15544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83280" y="146304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</a:rPr>
              <a:t>45%</a:t>
            </a:r>
          </a:p>
          <a:p>
            <a:pPr algn="ctr"/>
            <a:r>
              <a:rPr sz="1100">
                <a:solidFill>
                  <a:srgbClr val="1F2937"/>
                </a:solidFill>
              </a:rPr>
              <a:t>AI Detection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188720"/>
            <a:ext cx="2194560" cy="15544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79" y="146304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</a:rPr>
              <a:t>80%</a:t>
            </a:r>
          </a:p>
          <a:p>
            <a:pPr algn="ctr"/>
            <a:r>
              <a:rPr sz="1100">
                <a:solidFill>
                  <a:srgbClr val="1F2937"/>
                </a:solidFill>
              </a:rPr>
              <a:t>Automation 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188720"/>
            <a:ext cx="2194560" cy="15544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0" y="146304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</a:rPr>
              <a:t>225%</a:t>
            </a:r>
          </a:p>
          <a:p>
            <a:pPr algn="ctr"/>
            <a:r>
              <a:rPr sz="1100">
                <a:solidFill>
                  <a:srgbClr val="1F2937"/>
                </a:solidFill>
              </a:rPr>
              <a:t>Projected ROI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2103120" y="3108960"/>
          <a:ext cx="5943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Success Metrics &amp;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59" y="5417820"/>
            <a:ext cx="8556171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2342"/>
                </a:solidFill>
              </a:rPr>
              <a:t>Continuous monitoring ensures sustainable AI performance and business value.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404E4AC5-0068-2185-718F-D1D18862B8DE}"/>
              </a:ext>
            </a:extLst>
          </p:cNvPr>
          <p:cNvGraphicFramePr/>
          <p:nvPr/>
        </p:nvGraphicFramePr>
        <p:xfrm>
          <a:off x="640080" y="1005840"/>
          <a:ext cx="7995920" cy="2585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AI Fraud Detection Workflow</a:t>
            </a:r>
          </a:p>
        </p:txBody>
      </p:sp>
      <p:sp>
        <p:nvSpPr>
          <p:cNvPr id="4" name="Chevron 3"/>
          <p:cNvSpPr/>
          <p:nvPr/>
        </p:nvSpPr>
        <p:spPr>
          <a:xfrm>
            <a:off x="34494" y="2286000"/>
            <a:ext cx="1387929" cy="914400"/>
          </a:xfrm>
          <a:prstGeom prst="chevron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476" y="24917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Data Collection</a:t>
            </a:r>
          </a:p>
        </p:txBody>
      </p:sp>
      <p:sp>
        <p:nvSpPr>
          <p:cNvPr id="6" name="Chevron 5"/>
          <p:cNvSpPr/>
          <p:nvPr/>
        </p:nvSpPr>
        <p:spPr>
          <a:xfrm>
            <a:off x="1216683" y="2269671"/>
            <a:ext cx="1737360" cy="914400"/>
          </a:xfrm>
          <a:prstGeom prst="chevron">
            <a:avLst/>
          </a:prstGeom>
          <a:solidFill>
            <a:srgbClr val="0596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99563" y="2521132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ETL Processing</a:t>
            </a:r>
          </a:p>
        </p:txBody>
      </p:sp>
      <p:sp>
        <p:nvSpPr>
          <p:cNvPr id="8" name="Chevron 7"/>
          <p:cNvSpPr/>
          <p:nvPr/>
        </p:nvSpPr>
        <p:spPr>
          <a:xfrm>
            <a:off x="2919345" y="2269671"/>
            <a:ext cx="1737360" cy="914400"/>
          </a:xfrm>
          <a:prstGeom prst="chevron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31820" y="2543991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Model Training</a:t>
            </a:r>
          </a:p>
        </p:txBody>
      </p:sp>
      <p:sp>
        <p:nvSpPr>
          <p:cNvPr id="10" name="Chevron 9"/>
          <p:cNvSpPr/>
          <p:nvPr/>
        </p:nvSpPr>
        <p:spPr>
          <a:xfrm>
            <a:off x="4549140" y="2240280"/>
            <a:ext cx="1737360" cy="914400"/>
          </a:xfrm>
          <a:prstGeom prst="chevron">
            <a:avLst/>
          </a:prstGeom>
          <a:solidFill>
            <a:srgbClr val="0596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34482" y="2529296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Fraud Classification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6199754" y="2237015"/>
            <a:ext cx="1737360" cy="914400"/>
          </a:xfrm>
          <a:prstGeom prst="chevron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1815" y="2543991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Human Review</a:t>
            </a:r>
          </a:p>
        </p:txBody>
      </p:sp>
      <p:sp>
        <p:nvSpPr>
          <p:cNvPr id="14" name="Chevron 13"/>
          <p:cNvSpPr/>
          <p:nvPr/>
        </p:nvSpPr>
        <p:spPr>
          <a:xfrm>
            <a:off x="7799954" y="2246812"/>
            <a:ext cx="1344046" cy="914400"/>
          </a:xfrm>
          <a:prstGeom prst="chevron">
            <a:avLst/>
          </a:prstGeom>
          <a:solidFill>
            <a:srgbClr val="05966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91394" y="2543991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Technology &amp; Data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4929" y="5394960"/>
            <a:ext cx="8670471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7863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2342"/>
                </a:solidFill>
              </a:rPr>
              <a:t>Core Technologies: Python, XGBoost, Cloud Platforms, APIs, ETL, AI/ML.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B2675865-BE59-1F6B-C840-DABCA10C11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1871325"/>
              </p:ext>
            </p:extLst>
          </p:nvPr>
        </p:nvGraphicFramePr>
        <p:xfrm>
          <a:off x="411480" y="1051560"/>
          <a:ext cx="8144691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Organizational Change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7586" y="5394960"/>
            <a:ext cx="8719457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2342"/>
                </a:solidFill>
              </a:rPr>
              <a:t>Success depends on organizational alignment and stakeholder adoption.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082E20EB-F88A-43FB-7C0E-A59F1129C186}"/>
              </a:ext>
            </a:extLst>
          </p:cNvPr>
          <p:cNvGraphicFramePr/>
          <p:nvPr/>
        </p:nvGraphicFramePr>
        <p:xfrm>
          <a:off x="411480" y="1005840"/>
          <a:ext cx="8356963" cy="2031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Ethics, Governance &amp; Risk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5394960"/>
            <a:ext cx="8484326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2342"/>
                </a:solidFill>
              </a:rPr>
              <a:t>Responsible AI governance is critical for enterprise adoption.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3F7C18DD-1A6E-0168-32E2-A6DA244706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5498699"/>
              </p:ext>
            </p:extLst>
          </p:nvPr>
        </p:nvGraphicFramePr>
        <p:xfrm>
          <a:off x="293914" y="914400"/>
          <a:ext cx="8556172" cy="5381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>
            <a:solidFill>
              <a:srgbClr val="0A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Experimental Testing &amp;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394960"/>
            <a:ext cx="8128363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A2342"/>
                </a:solidFill>
              </a:rPr>
              <a:t>A phased rollout strategy reduces operational risk while validating business value.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094C94BB-BE3E-5834-5CA4-7C804F779F93}"/>
              </a:ext>
            </a:extLst>
          </p:cNvPr>
          <p:cNvGraphicFramePr/>
          <p:nvPr/>
        </p:nvGraphicFramePr>
        <p:xfrm>
          <a:off x="411480" y="1005840"/>
          <a:ext cx="8503920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erial view of a city skyline">
            <a:extLst>
              <a:ext uri="{FF2B5EF4-FFF2-40B4-BE49-F238E27FC236}">
                <a16:creationId xmlns:a16="http://schemas.microsoft.com/office/drawing/2014/main" id="{68F483C8-EC84-DA21-0852-CCFFAE36F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98" r="15314" b="-1"/>
          <a:stretch>
            <a:fillRect/>
          </a:stretch>
        </p:blipFill>
        <p:spPr>
          <a:xfrm>
            <a:off x="20" y="10"/>
            <a:ext cx="72522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698662" y="2416629"/>
            <a:ext cx="3837214" cy="2018846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b="1" dirty="0">
                <a:latin typeface="+mj-lt"/>
                <a:ea typeface="+mj-ea"/>
                <a:cs typeface="+mj-cs"/>
              </a:rPr>
              <a:t>AI-Driven Healthcare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51552" y="4629234"/>
            <a:ext cx="2584324" cy="148531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000"/>
              <a:t>Building intelligent and scalable healthcare systems through AI and digital transformation.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441FB-A81D-44D7-769C-16520BEA0CC9}"/>
              </a:ext>
            </a:extLst>
          </p:cNvPr>
          <p:cNvSpPr txBox="1"/>
          <p:nvPr/>
        </p:nvSpPr>
        <p:spPr>
          <a:xfrm>
            <a:off x="4874919" y="125637"/>
            <a:ext cx="3963875" cy="809089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 b="1" dirty="0">
                <a:latin typeface="+mj-lt"/>
                <a:ea typeface="+mj-ea"/>
                <a:cs typeface="+mj-cs"/>
              </a:rPr>
              <a:t>The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580</Words>
  <Application>Microsoft Office PowerPoint</Application>
  <PresentationFormat>On-screen Show (4:3)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Franc</dc:creator>
  <cp:keywords/>
  <dc:description>generated using python-pptx</dc:description>
  <cp:lastModifiedBy>Franc Odo</cp:lastModifiedBy>
  <cp:revision>8</cp:revision>
  <dcterms:created xsi:type="dcterms:W3CDTF">2013-01-27T09:14:16Z</dcterms:created>
  <dcterms:modified xsi:type="dcterms:W3CDTF">2026-05-22T17:27:58Z</dcterms:modified>
  <cp:category/>
</cp:coreProperties>
</file>